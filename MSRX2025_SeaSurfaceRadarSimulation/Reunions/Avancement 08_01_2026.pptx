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8" r:id="rId3"/>
    <p:sldId id="262" r:id="rId4"/>
    <p:sldId id="274" r:id="rId5"/>
    <p:sldId id="276" r:id="rId6"/>
    <p:sldId id="270" r:id="rId7"/>
    <p:sldId id="277" r:id="rId8"/>
    <p:sldId id="267" r:id="rId9"/>
    <p:sldId id="269" r:id="rId10"/>
    <p:sldId id="265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Light" panose="000004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>
        <p:scale>
          <a:sx n="78" d="100"/>
          <a:sy n="78" d="100"/>
        </p:scale>
        <p:origin x="8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M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19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08/01/2026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48" y="2011871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REALISEES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894065" y="184914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id="{7AE75580-E5DF-6EA0-EB63-11A267F60795}"/>
              </a:ext>
            </a:extLst>
          </p:cNvPr>
          <p:cNvSpPr txBox="1"/>
          <p:nvPr/>
        </p:nvSpPr>
        <p:spPr>
          <a:xfrm>
            <a:off x="3909188" y="319976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id="{E247FEF7-CEA8-9364-F22A-FBD55FA44957}"/>
              </a:ext>
            </a:extLst>
          </p:cNvPr>
          <p:cNvSpPr txBox="1"/>
          <p:nvPr/>
        </p:nvSpPr>
        <p:spPr>
          <a:xfrm>
            <a:off x="4424049" y="3320571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002253" y="1205475"/>
            <a:ext cx="48861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88A3-99A7-6A2B-FD1C-64AAA8BC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FBB9F4-11C4-52BC-E055-3ED9AA2D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Etudier le cryptage des fichiers Matlab grâce aux p-codes files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Mise sur pieds d’une application standalone exécutable sans accès aux fichiers sources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 d’un sous-dossier ‘Exports’ pour l’export des données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Continuer l’étude de faisabilité de la parallélisation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Rédiger le rapport technique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 d’une section d’affichage des statistiques sur le 2</a:t>
            </a:r>
            <a:r>
              <a:rPr lang="fr-CM" b="1" baseline="30000" dirty="0">
                <a:latin typeface="Montserrat" panose="00000500000000000000" pitchFamily="2" charset="0"/>
              </a:rPr>
              <a:t>ème</a:t>
            </a:r>
            <a:r>
              <a:rPr lang="fr-CM" b="1" dirty="0">
                <a:latin typeface="Montserrat" panose="00000500000000000000" pitchFamily="2" charset="0"/>
              </a:rPr>
              <a:t> onglet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Rédiger le rapport de stage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Préparer la présentation pour la soutenance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78FF3D-2C44-82FF-FE6C-EC1026522A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E355EB-8F4F-3CA5-AB78-57A0C563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lang="fr-FR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240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815E-C524-4B66-17FB-9C3B4A7B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3DC9C-BB94-0A99-51B0-94836E4BD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Rédiger le rapport technique  </a:t>
            </a:r>
            <a:r>
              <a:rPr lang="fr-CM" b="1" i="1" dirty="0">
                <a:latin typeface="Montserrat" panose="00000500000000000000" pitchFamily="2" charset="0"/>
              </a:rPr>
              <a:t>(19/12)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Rédiger le rapport de stage </a:t>
            </a:r>
            <a:r>
              <a:rPr lang="fr-CM" b="1" i="1" dirty="0">
                <a:latin typeface="Montserrat" panose="00000500000000000000" pitchFamily="2" charset="0"/>
              </a:rPr>
              <a:t>( 09/01)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Préparer la soutenance de fin </a:t>
            </a:r>
            <a:r>
              <a:rPr lang="fr-CM" b="1" i="1" dirty="0">
                <a:latin typeface="Montserrat" panose="00000500000000000000" pitchFamily="2" charset="0"/>
              </a:rPr>
              <a:t>( 12/01)</a:t>
            </a:r>
          </a:p>
          <a:p>
            <a:pPr marL="228600" indent="0"/>
            <a:endParaRPr lang="fr-CM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dirty="0">
              <a:latin typeface="Montserrat" panose="00000500000000000000" pitchFamily="2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35E1C-6E3B-4C6F-D06E-50892349AC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B95D09-21D5-3D27-3CE6-6050FDBB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algn="ctr"/>
            <a:r>
              <a:rPr lang="fr-CM" dirty="0"/>
              <a:t>DEADLINES </a:t>
            </a:r>
          </a:p>
        </p:txBody>
      </p:sp>
    </p:spTree>
    <p:extLst>
      <p:ext uri="{BB962C8B-B14F-4D97-AF65-F5344CB8AC3E}">
        <p14:creationId xmlns:p14="http://schemas.microsoft.com/office/powerpoint/2010/main" val="79892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6613114" cy="1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 REALISEES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05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8245-F7EC-D3A6-817F-57562043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F67BF-D8F9-3453-8CE1-3FF2C7E1B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C7ABAB-5C8A-598D-184F-2302B2AB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Etudier le cryptage des fichiers Matlab grâce aux p-codes files </a:t>
            </a:r>
          </a:p>
          <a:p>
            <a:pPr marL="228600" indent="0">
              <a:buNone/>
            </a:pPr>
            <a:r>
              <a:rPr lang="fr-CM" dirty="0">
                <a:latin typeface="Montserrat" panose="00000500000000000000" pitchFamily="2" charset="0"/>
              </a:rPr>
              <a:t>Les fichiers p-codes (.p) sont des versions obfusquées des fichiers .mat</a:t>
            </a:r>
          </a:p>
          <a:p>
            <a:pPr marL="228600" indent="0">
              <a:buNone/>
            </a:pPr>
            <a:r>
              <a:rPr lang="fr-CM" dirty="0">
                <a:latin typeface="Montserrat" panose="00000500000000000000" pitchFamily="2" charset="0"/>
              </a:rPr>
              <a:t>Ils permettent de rendre le </a:t>
            </a:r>
            <a:r>
              <a:rPr lang="fr-FR" dirty="0">
                <a:latin typeface="Montserrat" panose="00000500000000000000" pitchFamily="2" charset="0"/>
              </a:rPr>
              <a:t>code reste exécutable dans MATLAB, mais l’utilisateur ne peut pas voir ni éditer le contenu. Pour les générer, on utilise la commande </a:t>
            </a:r>
            <a:r>
              <a:rPr lang="fr-FR" i="1" dirty="0">
                <a:solidFill>
                  <a:srgbClr val="00B050"/>
                </a:solidFill>
                <a:latin typeface="Montserrat" panose="00000500000000000000" pitchFamily="2" charset="0"/>
              </a:rPr>
              <a:t>pcode </a:t>
            </a:r>
            <a:r>
              <a:rPr lang="fr-FR" i="1" dirty="0" err="1">
                <a:solidFill>
                  <a:srgbClr val="00B050"/>
                </a:solidFill>
                <a:latin typeface="Montserrat" panose="00000500000000000000" pitchFamily="2" charset="0"/>
              </a:rPr>
              <a:t>fichier.m</a:t>
            </a:r>
            <a:r>
              <a:rPr lang="fr-FR" i="1" dirty="0">
                <a:solidFill>
                  <a:srgbClr val="00B050"/>
                </a:solidFill>
                <a:latin typeface="Montserrat" panose="00000500000000000000" pitchFamily="2" charset="0"/>
              </a:rPr>
              <a:t> </a:t>
            </a:r>
            <a:r>
              <a:rPr lang="fr-FR" dirty="0">
                <a:latin typeface="Montserrat" panose="00000500000000000000" pitchFamily="2" charset="0"/>
              </a:rPr>
              <a:t>pour un fichier et </a:t>
            </a:r>
            <a:r>
              <a:rPr lang="fr-CM" dirty="0">
                <a:latin typeface="Montserrat" panose="00000500000000000000" pitchFamily="2" charset="0"/>
              </a:rPr>
              <a:t>pour un dossier il suffit de naviguer vers le dossier </a:t>
            </a:r>
            <a:r>
              <a:rPr lang="fr-CM" dirty="0">
                <a:solidFill>
                  <a:schemeClr val="bg2"/>
                </a:solidFill>
                <a:latin typeface="Montserrat" panose="00000500000000000000" pitchFamily="2" charset="0"/>
              </a:rPr>
              <a:t>concerné</a:t>
            </a:r>
            <a:r>
              <a:rPr lang="fr-CM" dirty="0">
                <a:latin typeface="Montserrat" panose="00000500000000000000" pitchFamily="2" charset="0"/>
              </a:rPr>
              <a:t> avec </a:t>
            </a:r>
            <a:r>
              <a:rPr lang="fr-CM" dirty="0">
                <a:solidFill>
                  <a:srgbClr val="00B050"/>
                </a:solidFill>
                <a:latin typeface="Montserrat" panose="00000500000000000000" pitchFamily="2" charset="0"/>
              </a:rPr>
              <a:t>cd chemin/du/dossier </a:t>
            </a:r>
            <a:r>
              <a:rPr lang="fr-CM" dirty="0">
                <a:solidFill>
                  <a:schemeClr val="bg2"/>
                </a:solidFill>
                <a:latin typeface="Montserrat" panose="00000500000000000000" pitchFamily="2" charset="0"/>
              </a:rPr>
              <a:t>et ensuite faire un </a:t>
            </a:r>
            <a:r>
              <a:rPr lang="fr-CM" dirty="0">
                <a:solidFill>
                  <a:srgbClr val="00B050"/>
                </a:solidFill>
                <a:latin typeface="Montserrat" panose="00000500000000000000" pitchFamily="2" charset="0"/>
              </a:rPr>
              <a:t>pcode *.m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Compilation du code source du simulateur </a:t>
            </a:r>
            <a:r>
              <a:rPr lang="fr-CM" dirty="0">
                <a:latin typeface="Montserrat" panose="00000500000000000000" pitchFamily="2" charset="0"/>
              </a:rPr>
              <a:t>pour avoir une application indépendante sans accès aux codes sources des modèles grâce a Matlab Compiler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2733F4-8FA0-8672-BFF9-5CD8351EEB6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597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89553-F360-B5AE-6A0D-1F5A858C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11411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 d’un sous-dossier ‘Exports’ </a:t>
            </a:r>
            <a:r>
              <a:rPr lang="fr-CM" dirty="0">
                <a:latin typeface="Montserrat" panose="00000500000000000000" pitchFamily="2" charset="0"/>
              </a:rPr>
              <a:t>dans lequel seront stockés les fichiers exportés afin d’éviter de polluer le dossier courant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Rédaction du rapport technique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 d’une section d’affichage des statistiques sur le 2</a:t>
            </a:r>
            <a:r>
              <a:rPr lang="fr-CM" b="1" baseline="30000" dirty="0">
                <a:latin typeface="Montserrat" panose="00000500000000000000" pitchFamily="2" charset="0"/>
              </a:rPr>
              <a:t>ème</a:t>
            </a:r>
            <a:r>
              <a:rPr lang="fr-CM" b="1" dirty="0">
                <a:latin typeface="Montserrat" panose="00000500000000000000" pitchFamily="2" charset="0"/>
              </a:rPr>
              <a:t> onglet </a:t>
            </a:r>
          </a:p>
          <a:p>
            <a:pPr marL="228600" indent="0">
              <a:buNone/>
            </a:pPr>
            <a:r>
              <a:rPr lang="fr-CM" dirty="0">
                <a:latin typeface="Montserrat" panose="00000500000000000000" pitchFamily="2" charset="0"/>
              </a:rPr>
              <a:t>Qui contient les valeurs maximale et minimale de Z ainsi que l’écart-type des hauteurs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id="{F16F5A86-D019-C53A-FC37-3A7EA3BC0521}"/>
              </a:ext>
            </a:extLst>
          </p:cNvPr>
          <p:cNvSpPr txBox="1"/>
          <p:nvPr/>
        </p:nvSpPr>
        <p:spPr>
          <a:xfrm>
            <a:off x="355602" y="814495"/>
            <a:ext cx="3119007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8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9E31EB38-CA41-193D-2523-89064262F60B}"/>
              </a:ext>
            </a:extLst>
          </p:cNvPr>
          <p:cNvSpPr txBox="1"/>
          <p:nvPr/>
        </p:nvSpPr>
        <p:spPr>
          <a:xfrm>
            <a:off x="714955" y="2441597"/>
            <a:ext cx="4056857" cy="10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Continuer l’étude de la parallélisation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Rédiger le rapport de stage </a:t>
            </a:r>
          </a:p>
        </p:txBody>
      </p:sp>
      <p:sp>
        <p:nvSpPr>
          <p:cNvPr id="8" name="Google Shape;233;p38">
            <a:extLst>
              <a:ext uri="{FF2B5EF4-FFF2-40B4-BE49-F238E27FC236}">
                <a16:creationId xmlns:a16="http://schemas.microsoft.com/office/drawing/2014/main" id="{4079FAE5-0739-A861-1AA2-CFC5D2C980D6}"/>
              </a:ext>
            </a:extLst>
          </p:cNvPr>
          <p:cNvSpPr txBox="1"/>
          <p:nvPr/>
        </p:nvSpPr>
        <p:spPr>
          <a:xfrm>
            <a:off x="4887309" y="2441597"/>
            <a:ext cx="4056857" cy="10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Préparer la soutenance de fin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-CM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26680</TotalTime>
  <Words>325</Words>
  <Application>Microsoft Office PowerPoint</Application>
  <PresentationFormat>Affichage à l'écran (16:9)</PresentationFormat>
  <Paragraphs>73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Montserrat Light</vt:lpstr>
      <vt:lpstr>Arial</vt:lpstr>
      <vt:lpstr>Montserrat SemiBold</vt:lpstr>
      <vt:lpstr>Aharoni</vt:lpstr>
      <vt:lpstr>Montserrat</vt:lpstr>
      <vt:lpstr>Simple Light</vt:lpstr>
      <vt:lpstr>Présentation PowerPoint</vt:lpstr>
      <vt:lpstr>Présentation PowerPoint</vt:lpstr>
      <vt:lpstr>Présentation PowerPoint</vt:lpstr>
      <vt:lpstr>BILAN DES TACHES A FAIRE</vt:lpstr>
      <vt:lpstr>DEADLINES </vt:lpstr>
      <vt:lpstr>Présentation PowerPoint</vt:lpstr>
      <vt:lpstr>TRAVAUX REALISES</vt:lpstr>
      <vt:lpstr>TRAVAUX REALISES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23</cp:revision>
  <dcterms:modified xsi:type="dcterms:W3CDTF">2026-01-09T10:33:11Z</dcterms:modified>
</cp:coreProperties>
</file>