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8"/>
  </p:notesMasterIdLst>
  <p:sldIdLst>
    <p:sldId id="256" r:id="rId2"/>
    <p:sldId id="258" r:id="rId3"/>
    <p:sldId id="261" r:id="rId4"/>
    <p:sldId id="266" r:id="rId5"/>
    <p:sldId id="260" r:id="rId6"/>
    <p:sldId id="265" r:id="rId7"/>
  </p:sldIdLst>
  <p:sldSz cx="9144000" cy="5143500" type="screen16x9"/>
  <p:notesSz cx="6858000" cy="9144000"/>
  <p:embeddedFontLst>
    <p:embeddedFont>
      <p:font typeface="Aharoni" panose="02010803020104030203" pitchFamily="2" charset="-79"/>
      <p:bold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SemiBold" panose="000007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52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68f01b72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468f01b72f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5edab13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12/09/2025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2900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6"/>
          <p:cNvSpPr/>
          <p:nvPr/>
        </p:nvSpPr>
        <p:spPr>
          <a:xfrm>
            <a:off x="4245650" y="1787757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6"/>
          <p:cNvSpPr txBox="1"/>
          <p:nvPr/>
        </p:nvSpPr>
        <p:spPr>
          <a:xfrm>
            <a:off x="4205700" y="1518807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746974" y="1590032"/>
            <a:ext cx="3180547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réalisés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4245650" y="2900832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6"/>
          <p:cNvSpPr txBox="1"/>
          <p:nvPr/>
        </p:nvSpPr>
        <p:spPr>
          <a:xfrm>
            <a:off x="4205700" y="2624657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746974" y="2732970"/>
            <a:ext cx="27453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/>
          <p:nvPr/>
        </p:nvSpPr>
        <p:spPr>
          <a:xfrm>
            <a:off x="1350" y="21310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9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FFD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9"/>
          <p:cNvSpPr txBox="1"/>
          <p:nvPr/>
        </p:nvSpPr>
        <p:spPr>
          <a:xfrm>
            <a:off x="1369082" y="2269612"/>
            <a:ext cx="22920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2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Paramètres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456950" y="354075"/>
            <a:ext cx="29721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METHOLOGIE DE VALIDATION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5" name="Google Shape;255;p39"/>
          <p:cNvCxnSpPr/>
          <p:nvPr/>
        </p:nvCxnSpPr>
        <p:spPr>
          <a:xfrm>
            <a:off x="543950" y="2754225"/>
            <a:ext cx="0" cy="10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39"/>
          <p:cNvSpPr txBox="1"/>
          <p:nvPr/>
        </p:nvSpPr>
        <p:spPr>
          <a:xfrm>
            <a:off x="1446575" y="2890340"/>
            <a:ext cx="2319600" cy="160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Fréquence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Angle d’incidence / angle de rasance 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Etat de mer 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Polarisation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Angle relatif au vent </a:t>
            </a:r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219" y="3022825"/>
            <a:ext cx="295475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5893054" y="2310150"/>
            <a:ext cx="238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Outils </a:t>
            </a:r>
            <a:endParaRPr sz="2200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9" name="Google Shape;259;p39"/>
          <p:cNvCxnSpPr/>
          <p:nvPr/>
        </p:nvCxnSpPr>
        <p:spPr>
          <a:xfrm>
            <a:off x="4912800" y="2754225"/>
            <a:ext cx="0" cy="10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39"/>
          <p:cNvSpPr txBox="1"/>
          <p:nvPr/>
        </p:nvSpPr>
        <p:spPr>
          <a:xfrm>
            <a:off x="5506013" y="2872727"/>
            <a:ext cx="2604900" cy="17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Environnement : MATLAB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Fichiers : sélectionnés lors de l ’analyse 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Scripts de comparaisons : inspirés de C_ComparNRCS_NRL_v1.m mais en ajustant les configurations 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100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476" y="2930652"/>
            <a:ext cx="295475" cy="2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4052" y="0"/>
            <a:ext cx="5659498" cy="21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D960247-AF60-3396-CBA8-44F63B8E4543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F643E-7F1D-E84E-B576-96FEB6C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Tests de validation des modèles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MODELES VALIDES </a:t>
            </a:r>
            <a:r>
              <a:rPr lang="fr-CM" dirty="0"/>
              <a:t>( Cf MATLAB )</a:t>
            </a:r>
            <a:endParaRPr lang="fr-CM" b="1" u="sng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TSC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HYBRID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SITTROP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GIT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MASUKO</a:t>
            </a:r>
          </a:p>
          <a:p>
            <a:endParaRPr lang="fr-CM" b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275406" cy="235573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1869743" y="3190987"/>
            <a:ext cx="4056857" cy="82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Rédaction du document de validation des modèles 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456950" y="354075"/>
            <a:ext cx="2579700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7" name="Google Shape;23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225" y="2683559"/>
            <a:ext cx="295475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B13659D-5350-9410-562D-6D044E2D0911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33F6070A-B84B-CC3A-7EEB-AF1F4F74054D}"/>
              </a:ext>
            </a:extLst>
          </p:cNvPr>
          <p:cNvSpPr txBox="1"/>
          <p:nvPr/>
        </p:nvSpPr>
        <p:spPr>
          <a:xfrm>
            <a:off x="1869743" y="2576869"/>
            <a:ext cx="4056857" cy="52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Affichage des graphiques 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37;p38">
            <a:extLst>
              <a:ext uri="{FF2B5EF4-FFF2-40B4-BE49-F238E27FC236}">
                <a16:creationId xmlns:a16="http://schemas.microsoft.com/office/drawing/2014/main" id="{0CBF5178-6345-73D1-051A-678F3CA8067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224" y="3369555"/>
            <a:ext cx="295475" cy="2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96</Words>
  <Application>Microsoft Office PowerPoint</Application>
  <PresentationFormat>Affichage à l'écran (16:9)</PresentationFormat>
  <Paragraphs>32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Aharoni</vt:lpstr>
      <vt:lpstr>Montserrat SemiBold</vt:lpstr>
      <vt:lpstr>Montserrat</vt:lpstr>
      <vt:lpstr>Arial</vt:lpstr>
      <vt:lpstr>Montserrat Light</vt:lpstr>
      <vt:lpstr>Simple Light</vt:lpstr>
      <vt:lpstr>Présentation PowerPoint</vt:lpstr>
      <vt:lpstr>Présentation PowerPoint</vt:lpstr>
      <vt:lpstr>Présentation PowerPoint</vt:lpstr>
      <vt:lpstr>Tests de validation des modèles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4</cp:revision>
  <dcterms:modified xsi:type="dcterms:W3CDTF">2025-09-12T13:46:50Z</dcterms:modified>
</cp:coreProperties>
</file>