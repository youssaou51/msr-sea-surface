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8" r:id="rId3"/>
    <p:sldId id="262" r:id="rId4"/>
    <p:sldId id="274" r:id="rId5"/>
    <p:sldId id="275" r:id="rId6"/>
    <p:sldId id="276" r:id="rId7"/>
    <p:sldId id="270" r:id="rId8"/>
    <p:sldId id="267" r:id="rId9"/>
    <p:sldId id="269" r:id="rId10"/>
    <p:sldId id="265" r:id="rId1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Light" panose="000004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M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159AD074-6A31-88F2-C13A-D826EA2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>
            <a:extLst>
              <a:ext uri="{FF2B5EF4-FFF2-40B4-BE49-F238E27FC236}">
                <a16:creationId xmlns:a16="http://schemas.microsoft.com/office/drawing/2014/main" id="{7FEE9361-9624-EB89-3868-9C0DB4A9D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>
            <a:extLst>
              <a:ext uri="{FF2B5EF4-FFF2-40B4-BE49-F238E27FC236}">
                <a16:creationId xmlns:a16="http://schemas.microsoft.com/office/drawing/2014/main" id="{0B55DB47-90E8-5906-7EFE-C7BA2F2C3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19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20D9C6CE-69F2-2EE5-0FE7-9353C60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>
            <a:extLst>
              <a:ext uri="{FF2B5EF4-FFF2-40B4-BE49-F238E27FC236}">
                <a16:creationId xmlns:a16="http://schemas.microsoft.com/office/drawing/2014/main" id="{0E3616D1-D9D1-4B2B-8EE9-FDEFEC80C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25" name="Google Shape;225;g255edab1364_0_1:notes">
            <a:extLst>
              <a:ext uri="{FF2B5EF4-FFF2-40B4-BE49-F238E27FC236}">
                <a16:creationId xmlns:a16="http://schemas.microsoft.com/office/drawing/2014/main" id="{931E241B-8487-6142-35FD-0BE93438A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5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04/12/2025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7311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424048" y="2011871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REALISEES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894065" y="184914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84;p36">
            <a:extLst>
              <a:ext uri="{FF2B5EF4-FFF2-40B4-BE49-F238E27FC236}">
                <a16:creationId xmlns:a16="http://schemas.microsoft.com/office/drawing/2014/main" id="{7AE75580-E5DF-6EA0-EB63-11A267F60795}"/>
              </a:ext>
            </a:extLst>
          </p:cNvPr>
          <p:cNvSpPr txBox="1"/>
          <p:nvPr/>
        </p:nvSpPr>
        <p:spPr>
          <a:xfrm>
            <a:off x="3909188" y="319976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91;p36">
            <a:extLst>
              <a:ext uri="{FF2B5EF4-FFF2-40B4-BE49-F238E27FC236}">
                <a16:creationId xmlns:a16="http://schemas.microsoft.com/office/drawing/2014/main" id="{E247FEF7-CEA8-9364-F22A-FBD55FA44957}"/>
              </a:ext>
            </a:extLst>
          </p:cNvPr>
          <p:cNvSpPr txBox="1"/>
          <p:nvPr/>
        </p:nvSpPr>
        <p:spPr>
          <a:xfrm>
            <a:off x="4424049" y="3320571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002253" y="1205475"/>
            <a:ext cx="48861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D139B3-B71C-2712-1480-1C4ED361F9F1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88A3-99A7-6A2B-FD1C-64AAA8BC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FBB9F4-11C4-52BC-E055-3ED9AA2D2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Faire un choix pour le programme de calcul des fichiers de corrélation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Ne plus stocker la courbe en cas d’erreur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Passer de 30 à 10% de RAM utilisable pour la génération de la courbe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Ajuster l’affichage et la position de la légende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Changer les types de traits utilisés pour le tracé des courbes lors de la superposition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Pouvoir supprimer une courbe parmi celles superposées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i="1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78FF3D-2C44-82FF-FE6C-EC1026522A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E355EB-8F4F-3CA5-AB78-57A0C563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lang="fr-FR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240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5E33-F66D-05DF-6093-C179A84B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9E724D-131A-FDB2-E4F9-71C7EFF0A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Restreindre la vitesse de vent à 10 m/s pour la génération de surface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Donner la possibilité à l’utilisateur de paramétrer le pourcentage de RAM utilisable pour la génération de la surface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Augmenter la police des notes de validations des modèles 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Ajouter un bouton exporter sur le deuxième onglet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Limiter la vitesse minimale de SSA1 à 3m/s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Ajouter le logo de l’IETR à l’interface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Ajouter K0surKC comme onglet sur l’interface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87DE99-FBC0-C289-AAC9-D7F80E4FA5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397ED4-A397-C58B-70F5-2C568317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696910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815E-C524-4B66-17FB-9C3B4A7B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23DC9C-BB94-0A99-51B0-94836E4BD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Optimiser au maximum l’utilisation mémoire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Ajout d’un bouton d’export pour la surface générée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Rédiger le rapport technique  </a:t>
            </a:r>
            <a:r>
              <a:rPr lang="fr-CM" b="1" i="1" dirty="0"/>
              <a:t>(avant noël)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Rédiger le rapport de stage </a:t>
            </a:r>
            <a:r>
              <a:rPr lang="fr-CM" b="1" i="1" dirty="0"/>
              <a:t>( 09/01)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Préparer la soutenance de fin </a:t>
            </a:r>
            <a:r>
              <a:rPr lang="fr-CM" b="1" i="1" dirty="0"/>
              <a:t>( 09-12/01)</a:t>
            </a:r>
          </a:p>
          <a:p>
            <a:pPr marL="228600" indent="0"/>
            <a:endParaRPr lang="fr-CM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335E1C-6E3B-4C6F-D06E-50892349AC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B95D09-21D5-3D27-3CE6-6050FDBB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algn="ctr"/>
            <a:r>
              <a:rPr lang="fr-CM" dirty="0"/>
              <a:t>À faire </a:t>
            </a:r>
          </a:p>
        </p:txBody>
      </p:sp>
    </p:spTree>
    <p:extLst>
      <p:ext uri="{BB962C8B-B14F-4D97-AF65-F5344CB8AC3E}">
        <p14:creationId xmlns:p14="http://schemas.microsoft.com/office/powerpoint/2010/main" val="798921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857A21E4-36FB-45A4-B653-0885D491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>
            <a:extLst>
              <a:ext uri="{FF2B5EF4-FFF2-40B4-BE49-F238E27FC236}">
                <a16:creationId xmlns:a16="http://schemas.microsoft.com/office/drawing/2014/main" id="{48129860-581C-B2D7-2E17-129CA8B245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>
            <a:extLst>
              <a:ext uri="{FF2B5EF4-FFF2-40B4-BE49-F238E27FC236}">
                <a16:creationId xmlns:a16="http://schemas.microsoft.com/office/drawing/2014/main" id="{F7948FE7-1B59-CF82-E3A3-164F1DEBAF7C}"/>
              </a:ext>
            </a:extLst>
          </p:cNvPr>
          <p:cNvSpPr txBox="1"/>
          <p:nvPr/>
        </p:nvSpPr>
        <p:spPr>
          <a:xfrm>
            <a:off x="867383" y="456181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D78742D0-C620-9378-FBDD-AB3126D1351B}"/>
              </a:ext>
            </a:extLst>
          </p:cNvPr>
          <p:cNvSpPr txBox="1"/>
          <p:nvPr/>
        </p:nvSpPr>
        <p:spPr>
          <a:xfrm>
            <a:off x="460146" y="1855163"/>
            <a:ext cx="6613114" cy="1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 REALISEES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09FD26D-2DE7-631D-8069-47A7455C2F30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105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C4F5F-A49B-7C82-20E5-295A56B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A89553-F360-B5AE-6A0D-1F5A858C2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CM" b="1" dirty="0">
                <a:latin typeface="Montserrat" panose="00000500000000000000" pitchFamily="2" charset="0"/>
              </a:rPr>
              <a:t>Restreindre la vitesse de vent à 10 m/s pour la génération de surface: </a:t>
            </a:r>
            <a:r>
              <a:rPr lang="fr-CM" dirty="0">
                <a:latin typeface="Montserrat" panose="00000500000000000000" pitchFamily="2" charset="0"/>
              </a:rPr>
              <a:t>Limitation de la vitesse de vent à 10m/s maximum</a:t>
            </a: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CM" b="1" dirty="0">
                <a:latin typeface="Montserrat" panose="00000500000000000000" pitchFamily="2" charset="0"/>
              </a:rPr>
              <a:t>Changer les types de traits utilisés pour le tracé des courbes lors de la superposition: </a:t>
            </a:r>
            <a:r>
              <a:rPr lang="fr-CM" dirty="0">
                <a:latin typeface="Montserrat" panose="00000500000000000000" pitchFamily="2" charset="0"/>
              </a:rPr>
              <a:t>Utilisation des traits comme indiqués </a:t>
            </a: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CM" b="1" dirty="0">
                <a:latin typeface="Montserrat" panose="00000500000000000000" pitchFamily="2" charset="0"/>
              </a:rPr>
              <a:t>Augmenter la police des notes de validations des modèles : </a:t>
            </a:r>
            <a:r>
              <a:rPr lang="fr-CM" dirty="0">
                <a:latin typeface="Montserrat" panose="00000500000000000000" pitchFamily="2" charset="0"/>
              </a:rPr>
              <a:t>Augmentation de la police à 11 et mise en gras </a:t>
            </a: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CM" b="1" dirty="0">
                <a:latin typeface="Montserrat" panose="00000500000000000000" pitchFamily="2" charset="0"/>
              </a:rPr>
              <a:t>Limiter la vitesse minimale de SSA1 à 3m/s</a:t>
            </a: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CM" b="1" dirty="0"/>
              <a:t>Ajouter le logo de l’IETR à l’interface</a:t>
            </a: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CM" b="1" dirty="0"/>
              <a:t>Ajout d’un bouton d’export pour la surface générée</a:t>
            </a: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>
              <a:buFontTx/>
              <a:buChar char="-"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CA2FA3-BD2C-C620-BF6B-3B73FC658A15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784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7386E986-1ADE-CB08-82E5-9334B2A9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29385FAF-BA05-27AC-1E08-0CB2247C2B6B}"/>
              </a:ext>
            </a:extLst>
          </p:cNvPr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>
            <a:extLst>
              <a:ext uri="{FF2B5EF4-FFF2-40B4-BE49-F238E27FC236}">
                <a16:creationId xmlns:a16="http://schemas.microsoft.com/office/drawing/2014/main" id="{F0F2850D-416C-9038-8B91-3BD6239A6D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>
            <a:extLst>
              <a:ext uri="{FF2B5EF4-FFF2-40B4-BE49-F238E27FC236}">
                <a16:creationId xmlns:a16="http://schemas.microsoft.com/office/drawing/2014/main" id="{32925A70-4A56-9FC5-7F84-BD587D9FF427}"/>
              </a:ext>
            </a:extLst>
          </p:cNvPr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>
            <a:extLst>
              <a:ext uri="{FF2B5EF4-FFF2-40B4-BE49-F238E27FC236}">
                <a16:creationId xmlns:a16="http://schemas.microsoft.com/office/drawing/2014/main" id="{3D9D39D2-FF67-7009-03A2-B675022B58A2}"/>
              </a:ext>
            </a:extLst>
          </p:cNvPr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>
            <a:extLst>
              <a:ext uri="{FF2B5EF4-FFF2-40B4-BE49-F238E27FC236}">
                <a16:creationId xmlns:a16="http://schemas.microsoft.com/office/drawing/2014/main" id="{6835C172-CF37-24B8-9C3B-314FE892F0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>
            <a:extLst>
              <a:ext uri="{FF2B5EF4-FFF2-40B4-BE49-F238E27FC236}">
                <a16:creationId xmlns:a16="http://schemas.microsoft.com/office/drawing/2014/main" id="{F16F5A86-D019-C53A-FC37-3A7EA3BC0521}"/>
              </a:ext>
            </a:extLst>
          </p:cNvPr>
          <p:cNvSpPr txBox="1"/>
          <p:nvPr/>
        </p:nvSpPr>
        <p:spPr>
          <a:xfrm>
            <a:off x="355602" y="814495"/>
            <a:ext cx="3119007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3E3EB4-E970-6683-4E57-CE91E6270272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9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9E31EB38-CA41-193D-2523-89064262F60B}"/>
              </a:ext>
            </a:extLst>
          </p:cNvPr>
          <p:cNvSpPr txBox="1"/>
          <p:nvPr/>
        </p:nvSpPr>
        <p:spPr>
          <a:xfrm>
            <a:off x="714955" y="2441597"/>
            <a:ext cx="4056857" cy="181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Faire passer la limitation de l’espace occupé pour la génération de la surface de 30 à 10%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Tester la nécessité des clear en temps réel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33;p38">
            <a:extLst>
              <a:ext uri="{FF2B5EF4-FFF2-40B4-BE49-F238E27FC236}">
                <a16:creationId xmlns:a16="http://schemas.microsoft.com/office/drawing/2014/main" id="{4079FAE5-0739-A861-1AA2-CFC5D2C980D6}"/>
              </a:ext>
            </a:extLst>
          </p:cNvPr>
          <p:cNvSpPr txBox="1"/>
          <p:nvPr/>
        </p:nvSpPr>
        <p:spPr>
          <a:xfrm>
            <a:off x="4887309" y="2441597"/>
            <a:ext cx="4056857" cy="1323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Préparer la soutenance de mi-parcours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-CM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Rapport technique </a:t>
            </a:r>
          </a:p>
        </p:txBody>
      </p:sp>
    </p:spTree>
    <p:extLst>
      <p:ext uri="{BB962C8B-B14F-4D97-AF65-F5344CB8AC3E}">
        <p14:creationId xmlns:p14="http://schemas.microsoft.com/office/powerpoint/2010/main" val="78495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20976</TotalTime>
  <Words>371</Words>
  <Application>Microsoft Office PowerPoint</Application>
  <PresentationFormat>Affichage à l'écran (16:9)</PresentationFormat>
  <Paragraphs>66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Montserrat Light</vt:lpstr>
      <vt:lpstr>Montserrat</vt:lpstr>
      <vt:lpstr>Aharoni</vt:lpstr>
      <vt:lpstr>Arial</vt:lpstr>
      <vt:lpstr>Montserrat SemiBold</vt:lpstr>
      <vt:lpstr>Simple Light</vt:lpstr>
      <vt:lpstr>Présentation PowerPoint</vt:lpstr>
      <vt:lpstr>Présentation PowerPoint</vt:lpstr>
      <vt:lpstr>Présentation PowerPoint</vt:lpstr>
      <vt:lpstr>BILAN DES TACHES A FAIRE</vt:lpstr>
      <vt:lpstr>BILAN DES TACHES A FAIRE</vt:lpstr>
      <vt:lpstr>À faire </vt:lpstr>
      <vt:lpstr>Présentation PowerPoint</vt:lpstr>
      <vt:lpstr>TRAVAUX REALISES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18</cp:revision>
  <dcterms:modified xsi:type="dcterms:W3CDTF">2025-12-11T08:41:47Z</dcterms:modified>
</cp:coreProperties>
</file>