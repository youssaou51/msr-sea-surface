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8" r:id="rId3"/>
    <p:sldId id="262" r:id="rId4"/>
    <p:sldId id="266" r:id="rId5"/>
    <p:sldId id="270" r:id="rId6"/>
    <p:sldId id="267" r:id="rId7"/>
    <p:sldId id="271" r:id="rId8"/>
    <p:sldId id="272" r:id="rId9"/>
    <p:sldId id="269" r:id="rId10"/>
    <p:sldId id="265" r:id="rId1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Light" panose="000004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M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19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21/11/2025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48" y="2011871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REALISEES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894065" y="184914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id="{7AE75580-E5DF-6EA0-EB63-11A267F60795}"/>
              </a:ext>
            </a:extLst>
          </p:cNvPr>
          <p:cNvSpPr txBox="1"/>
          <p:nvPr/>
        </p:nvSpPr>
        <p:spPr>
          <a:xfrm>
            <a:off x="3909188" y="319976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id="{E247FEF7-CEA8-9364-F22A-FBD55FA44957}"/>
              </a:ext>
            </a:extLst>
          </p:cNvPr>
          <p:cNvSpPr txBox="1"/>
          <p:nvPr/>
        </p:nvSpPr>
        <p:spPr>
          <a:xfrm>
            <a:off x="4424049" y="3320571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165539" y="1480883"/>
            <a:ext cx="48861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Validation des modèles (semi-empiriques)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Choix de la technologie de développement de l’interface (GUI Toolbox de MATLAB)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Développement du squelette de l’interface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Ajout progressif des modèles semi-empiriques et expérimentaux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Ajustement  progressif de l’interface ( encore en cours 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Ajout d’un onglet pour la génération de la surface de mer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2E3858-F9EE-B384-CD95-75748071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r>
              <a:rPr lang="fr-CM" dirty="0"/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6613114" cy="1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 REALISEES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105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89553-F360-B5AE-6A0D-1F5A858C2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Modifications sur l’interface </a:t>
            </a:r>
          </a:p>
          <a:p>
            <a:pPr>
              <a:buFontTx/>
              <a:buChar char="-"/>
            </a:pPr>
            <a:r>
              <a:rPr lang="fr-CM" dirty="0">
                <a:latin typeface="Montserrat" panose="00000500000000000000" pitchFamily="2" charset="0"/>
              </a:rPr>
              <a:t>Ajout d’une option pour choisir la précision sur l’onglet de génération de la surface </a:t>
            </a:r>
          </a:p>
          <a:p>
            <a:pPr>
              <a:buFontTx/>
              <a:buChar char="-"/>
            </a:pPr>
            <a:r>
              <a:rPr lang="fr-CM" dirty="0">
                <a:latin typeface="Montserrat" panose="00000500000000000000" pitchFamily="2" charset="0"/>
              </a:rPr>
              <a:t>Implémentation des modèles statistiques à l’interface :</a:t>
            </a:r>
          </a:p>
          <a:p>
            <a:pPr marL="114300" indent="0">
              <a:buNone/>
            </a:pPr>
            <a:r>
              <a:rPr lang="fr-CM" b="1" dirty="0">
                <a:latin typeface="Montserrat" panose="00000500000000000000" pitchFamily="2" charset="0"/>
              </a:rPr>
              <a:t>SSA1 </a:t>
            </a:r>
            <a:r>
              <a:rPr lang="fr-CM" dirty="0">
                <a:latin typeface="Montserrat" panose="00000500000000000000" pitchFamily="2" charset="0"/>
              </a:rPr>
              <a:t>: Le modèle utilisant des fichiers data .mat pour l’instant utilisant </a:t>
            </a:r>
            <a:r>
              <a:rPr lang="fr-CM" dirty="0" err="1">
                <a:latin typeface="Montserrat" panose="00000500000000000000" pitchFamily="2" charset="0"/>
              </a:rPr>
              <a:t>omg</a:t>
            </a:r>
            <a:r>
              <a:rPr lang="fr-CM" dirty="0">
                <a:latin typeface="Montserrat" panose="00000500000000000000" pitchFamily="2" charset="0"/>
              </a:rPr>
              <a:t> = 0.84, il n’est implémenté pour l’instant que pour cette valeur de </a:t>
            </a:r>
            <a:r>
              <a:rPr lang="fr-CM" dirty="0" err="1">
                <a:latin typeface="Montserrat" panose="00000500000000000000" pitchFamily="2" charset="0"/>
              </a:rPr>
              <a:t>omg</a:t>
            </a:r>
            <a:r>
              <a:rPr lang="fr-CM" dirty="0">
                <a:latin typeface="Montserrat" panose="00000500000000000000" pitchFamily="2" charset="0"/>
              </a:rPr>
              <a:t>. Concernant les vitesses du vent les fichiers actuels vont de 5 à 15 ms donc hors de ces valeurs le calcul n’est pas faisable car il ne trouve pas de fichier. Un warning s’affiche à l’écran pour signaler l’absence du fichier à l’utilisateur.</a:t>
            </a:r>
          </a:p>
          <a:p>
            <a:pPr marL="114300" indent="0">
              <a:buNone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803D-94C6-5835-3E6A-260EC075E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45A83-F143-28EC-85AE-26FF50959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F60A4C-81AF-2EF5-6AA8-76668F7B0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Il y’a un problème de calculs lorsque u10 = 10, 13 et 14 ms peut-être un problème dans la fonction du modèle , à voir….</a:t>
            </a:r>
          </a:p>
          <a:p>
            <a:pPr marL="114300" indent="0">
              <a:buNone/>
            </a:pPr>
            <a:r>
              <a:rPr lang="fr-FR" b="1" dirty="0">
                <a:solidFill>
                  <a:srgbClr val="636366"/>
                </a:solidFill>
                <a:latin typeface="Montserrat"/>
                <a:sym typeface="Montserrat"/>
              </a:rPr>
              <a:t>TSM </a:t>
            </a: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: modèle implémenté une fois les problèmes de fichiers d’</a:t>
            </a:r>
            <a:r>
              <a:rPr lang="fr-FR" dirty="0" err="1">
                <a:solidFill>
                  <a:srgbClr val="636366"/>
                </a:solidFill>
                <a:latin typeface="Montserrat"/>
                <a:sym typeface="Montserrat"/>
              </a:rPr>
              <a:t>Elfouhaily</a:t>
            </a: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 réglé.</a:t>
            </a:r>
          </a:p>
          <a:p>
            <a:pPr marL="114300" indent="0">
              <a:buNone/>
            </a:pPr>
            <a:endParaRPr lang="fr-FR" dirty="0">
              <a:solidFill>
                <a:srgbClr val="636366"/>
              </a:solidFill>
              <a:latin typeface="Montserrat"/>
              <a:sym typeface="Montserrat"/>
            </a:endParaRPr>
          </a:p>
          <a:p>
            <a:pPr marL="114300" indent="0">
              <a:buNone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 </a:t>
            </a:r>
            <a:r>
              <a:rPr lang="fr-FR" b="1" dirty="0">
                <a:solidFill>
                  <a:srgbClr val="636366"/>
                </a:solidFill>
                <a:latin typeface="Montserrat"/>
                <a:sym typeface="Montserrat"/>
              </a:rPr>
              <a:t>!! </a:t>
            </a: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En revanche il faut clarifier les </a:t>
            </a:r>
            <a:r>
              <a:rPr lang="fr-FR" dirty="0" err="1">
                <a:solidFill>
                  <a:srgbClr val="636366"/>
                </a:solidFill>
                <a:latin typeface="Montserrat"/>
                <a:sym typeface="Montserrat"/>
              </a:rPr>
              <a:t>fetchs</a:t>
            </a: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 sur l’interface , vu qu’ils y’en a sur chaque onglet , ça à l’air d’être un peu confus pour le système </a:t>
            </a:r>
          </a:p>
          <a:p>
            <a:pPr marL="114300" indent="0">
              <a:buNone/>
            </a:pPr>
            <a:b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</a:br>
            <a:r>
              <a:rPr lang="fr-CM" b="1" dirty="0">
                <a:solidFill>
                  <a:srgbClr val="636366"/>
                </a:solidFill>
                <a:latin typeface="Montserrat"/>
                <a:sym typeface="Montserrat"/>
              </a:rPr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1D05D8C-24FE-19DC-4AA0-1D1A15AFCEF9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51921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9FF9-C07C-1ABB-8A8E-1F36DCD4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E29A79-6D5C-894D-187B-01A78B5D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BF0F0F-5799-E599-2FD2-6A47B4569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Optimisation mémoire </a:t>
            </a:r>
            <a:endParaRPr lang="fr-FR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buFontTx/>
              <a:buChar char="-"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Ajustement de l’utilisation de la précision dans la fonction pour un passage réel en single si choisi par l’utilisateur </a:t>
            </a:r>
          </a:p>
          <a:p>
            <a:pPr>
              <a:buFontTx/>
              <a:buChar char="-"/>
            </a:pPr>
            <a:r>
              <a:rPr lang="fr-FR" dirty="0">
                <a:solidFill>
                  <a:srgbClr val="636366"/>
                </a:solidFill>
                <a:latin typeface="Montserrat"/>
                <a:sym typeface="Montserrat"/>
              </a:rPr>
              <a:t>Affichage dans la console de messages de débogage qui permettent de voir les dimensions de la surface générée , le temps de génération et la mémoire occupée</a:t>
            </a:r>
            <a:endParaRPr lang="fr-CM" dirty="0">
              <a:solidFill>
                <a:srgbClr val="636366"/>
              </a:solidFill>
              <a:latin typeface="Montserrat"/>
              <a:sym typeface="Montserrat"/>
            </a:endParaRPr>
          </a:p>
          <a:p>
            <a:pPr>
              <a:buFontTx/>
              <a:buChar char="-"/>
            </a:pPr>
            <a:r>
              <a:rPr lang="fr-CM" dirty="0">
                <a:solidFill>
                  <a:srgbClr val="636366"/>
                </a:solidFill>
                <a:latin typeface="Montserrat"/>
                <a:sym typeface="Montserrat"/>
              </a:rPr>
              <a:t>Détection de la RAM de l’ordinateur sur lequel est lancé l’interface et limitation de la mémoire occupable pour la génération à 30% de la RAM </a:t>
            </a:r>
            <a:endParaRPr lang="fr-FR" dirty="0">
              <a:solidFill>
                <a:srgbClr val="636366"/>
              </a:solidFill>
              <a:latin typeface="Montserrat"/>
              <a:sym typeface="Montserra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8B64346-D02D-CB73-0D71-0588C616C543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1823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id="{F16F5A86-D019-C53A-FC37-3A7EA3BC0521}"/>
              </a:ext>
            </a:extLst>
          </p:cNvPr>
          <p:cNvSpPr txBox="1"/>
          <p:nvPr/>
        </p:nvSpPr>
        <p:spPr>
          <a:xfrm>
            <a:off x="355602" y="814495"/>
            <a:ext cx="3119007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8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6" name="Google Shape;233;p38">
            <a:extLst>
              <a:ext uri="{FF2B5EF4-FFF2-40B4-BE49-F238E27FC236}">
                <a16:creationId xmlns:a16="http://schemas.microsoft.com/office/drawing/2014/main" id="{E43149D2-1B55-53DF-1C68-44D9170DB9B3}"/>
              </a:ext>
            </a:extLst>
          </p:cNvPr>
          <p:cNvSpPr txBox="1"/>
          <p:nvPr/>
        </p:nvSpPr>
        <p:spPr>
          <a:xfrm>
            <a:off x="355602" y="2344377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Pétits bugs au niveau de certaines fonctions de l’interface à régler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9E31EB38-CA41-193D-2523-89064262F60B}"/>
              </a:ext>
            </a:extLst>
          </p:cNvPr>
          <p:cNvSpPr txBox="1"/>
          <p:nvPr/>
        </p:nvSpPr>
        <p:spPr>
          <a:xfrm>
            <a:off x="4572000" y="2344377"/>
            <a:ext cx="4056857" cy="97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Faire passer la limitation de l’espace occupé pour la génération de la surface de 30 </a:t>
            </a:r>
            <a:r>
              <a:rPr lang="fr" sz="160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à 10%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233;p38">
            <a:extLst>
              <a:ext uri="{FF2B5EF4-FFF2-40B4-BE49-F238E27FC236}">
                <a16:creationId xmlns:a16="http://schemas.microsoft.com/office/drawing/2014/main" id="{A5B6481C-2A4D-779F-AA04-5ABC6D741CA7}"/>
              </a:ext>
            </a:extLst>
          </p:cNvPr>
          <p:cNvSpPr txBox="1"/>
          <p:nvPr/>
        </p:nvSpPr>
        <p:spPr>
          <a:xfrm>
            <a:off x="355602" y="3050250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Revoir l’inplémentation des modèles TSM et SSA1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33;p38">
            <a:extLst>
              <a:ext uri="{FF2B5EF4-FFF2-40B4-BE49-F238E27FC236}">
                <a16:creationId xmlns:a16="http://schemas.microsoft.com/office/drawing/2014/main" id="{C1D7930E-6879-1B84-417C-4100FFAAC6CA}"/>
              </a:ext>
            </a:extLst>
          </p:cNvPr>
          <p:cNvSpPr txBox="1"/>
          <p:nvPr/>
        </p:nvSpPr>
        <p:spPr>
          <a:xfrm>
            <a:off x="4572000" y="3420620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Implémenter la nouvelle version de la fonction de génération de surface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233;p38">
            <a:extLst>
              <a:ext uri="{FF2B5EF4-FFF2-40B4-BE49-F238E27FC236}">
                <a16:creationId xmlns:a16="http://schemas.microsoft.com/office/drawing/2014/main" id="{23D74753-D6AF-B052-0498-86ED7A4A8DE4}"/>
              </a:ext>
            </a:extLst>
          </p:cNvPr>
          <p:cNvSpPr txBox="1"/>
          <p:nvPr/>
        </p:nvSpPr>
        <p:spPr>
          <a:xfrm>
            <a:off x="355602" y="3670171"/>
            <a:ext cx="4056857" cy="72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-CM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Vérifier si les </a:t>
            </a:r>
            <a:r>
              <a:rPr lang="fr-CM" sz="1600" dirty="0" err="1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clear</a:t>
            </a:r>
            <a:r>
              <a:rPr lang="fr-CM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 sont utiles dans la fonction de génération de surface </a:t>
            </a:r>
            <a:endParaRPr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10690</TotalTime>
  <Words>411</Words>
  <Application>Microsoft Office PowerPoint</Application>
  <PresentationFormat>Affichage à l'écran (16:9)</PresentationFormat>
  <Paragraphs>51</Paragraphs>
  <Slides>10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Montserrat</vt:lpstr>
      <vt:lpstr>Montserrat Light</vt:lpstr>
      <vt:lpstr>Aharoni</vt:lpstr>
      <vt:lpstr>Montserrat SemiBold</vt:lpstr>
      <vt:lpstr>Simple Light</vt:lpstr>
      <vt:lpstr>Présentation PowerPoint</vt:lpstr>
      <vt:lpstr>Présentation PowerPoint</vt:lpstr>
      <vt:lpstr>Présentation PowerPoint</vt:lpstr>
      <vt:lpstr>BILAN</vt:lpstr>
      <vt:lpstr>Présentation PowerPoint</vt:lpstr>
      <vt:lpstr>TRAVAUX REALISES</vt:lpstr>
      <vt:lpstr>TRAVAUX REALISES</vt:lpstr>
      <vt:lpstr>TRAVAUX REALISES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17</cp:revision>
  <dcterms:modified xsi:type="dcterms:W3CDTF">2025-11-26T13:23:08Z</dcterms:modified>
</cp:coreProperties>
</file>