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0" r:id="rId1"/>
  </p:sldMasterIdLst>
  <p:notesMasterIdLst>
    <p:notesMasterId r:id="rId14"/>
  </p:notesMasterIdLst>
  <p:sldIdLst>
    <p:sldId id="256" r:id="rId2"/>
    <p:sldId id="258" r:id="rId3"/>
    <p:sldId id="262" r:id="rId4"/>
    <p:sldId id="274" r:id="rId5"/>
    <p:sldId id="275" r:id="rId6"/>
    <p:sldId id="276" r:id="rId7"/>
    <p:sldId id="270" r:id="rId8"/>
    <p:sldId id="277" r:id="rId9"/>
    <p:sldId id="267" r:id="rId10"/>
    <p:sldId id="278" r:id="rId11"/>
    <p:sldId id="269" r:id="rId12"/>
    <p:sldId id="265" r:id="rId13"/>
  </p:sldIdLst>
  <p:sldSz cx="9144000" cy="5143500" type="screen16x9"/>
  <p:notesSz cx="6858000" cy="9144000"/>
  <p:embeddedFontLst>
    <p:embeddedFont>
      <p:font typeface="Aharoni" panose="02010803020104030203" pitchFamily="2" charset="-79"/>
      <p:bold r:id="rId15"/>
    </p:embeddedFont>
    <p:embeddedFont>
      <p:font typeface="Montserrat" panose="00000500000000000000" pitchFamily="2" charset="0"/>
      <p:regular r:id="rId16"/>
      <p:bold r:id="rId17"/>
      <p:italic r:id="rId18"/>
      <p:boldItalic r:id="rId19"/>
    </p:embeddedFont>
    <p:embeddedFont>
      <p:font typeface="Montserrat Light" panose="00000400000000000000" pitchFamily="2" charset="0"/>
      <p:regular r:id="rId20"/>
      <p:bold r:id="rId21"/>
      <p:italic r:id="rId22"/>
      <p:boldItalic r:id="rId23"/>
    </p:embeddedFont>
    <p:embeddedFont>
      <p:font typeface="Montserrat SemiBold" panose="00000700000000000000" pitchFamily="2"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03">
          <p15:clr>
            <a:srgbClr val="747775"/>
          </p15:clr>
        </p15:guide>
        <p15:guide id="2" pos="2854">
          <p15:clr>
            <a:srgbClr val="747775"/>
          </p15:clr>
        </p15:guide>
        <p15:guide id="3" pos="340">
          <p15:clr>
            <a:srgbClr val="747775"/>
          </p15:clr>
        </p15:guide>
        <p15:guide id="4" orient="horz" pos="213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Style moyen 2 - Accentuation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D083AE6-46FA-4A59-8FB0-9F97EB10719F}" styleName="Style léger 3 - Accentuation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9D7B26C5-4107-4FEC-AEDC-1716B250A1EF}" styleName="Style clair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8" d="100"/>
          <a:sy n="78" d="100"/>
        </p:scale>
        <p:origin x="940" y="36"/>
      </p:cViewPr>
      <p:guideLst>
        <p:guide orient="horz" pos="1603"/>
        <p:guide pos="2854"/>
        <p:guide pos="340"/>
        <p:guide orient="horz" pos="213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font" Target="fonts/font12.fntdata"/><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font" Target="fonts/font11.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5.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font" Target="fonts/font13.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fr-CM"/>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2468f01b72f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CM"/>
          </a:p>
        </p:txBody>
      </p:sp>
      <p:sp>
        <p:nvSpPr>
          <p:cNvPr id="145" name="Google Shape;145;g2468f01b72f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29f5bf7efb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CM"/>
          </a:p>
        </p:txBody>
      </p:sp>
      <p:sp>
        <p:nvSpPr>
          <p:cNvPr id="171" name="Google Shape;171;g29f5bf7efb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2468f01b72f_0_2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CM"/>
          </a:p>
        </p:txBody>
      </p:sp>
      <p:sp>
        <p:nvSpPr>
          <p:cNvPr id="269" name="Google Shape;269;g2468f01b72f_0_2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a:extLst>
            <a:ext uri="{FF2B5EF4-FFF2-40B4-BE49-F238E27FC236}">
              <a16:creationId xmlns:a16="http://schemas.microsoft.com/office/drawing/2014/main" id="{159AD074-6A31-88F2-C13A-D826EA290778}"/>
            </a:ext>
          </a:extLst>
        </p:cNvPr>
        <p:cNvGrpSpPr/>
        <p:nvPr/>
      </p:nvGrpSpPr>
      <p:grpSpPr>
        <a:xfrm>
          <a:off x="0" y="0"/>
          <a:ext cx="0" cy="0"/>
          <a:chOff x="0" y="0"/>
          <a:chExt cx="0" cy="0"/>
        </a:xfrm>
      </p:grpSpPr>
      <p:sp>
        <p:nvSpPr>
          <p:cNvPr id="268" name="Google Shape;268;g2468f01b72f_0_219:notes">
            <a:extLst>
              <a:ext uri="{FF2B5EF4-FFF2-40B4-BE49-F238E27FC236}">
                <a16:creationId xmlns:a16="http://schemas.microsoft.com/office/drawing/2014/main" id="{7FEE9361-9624-EB89-3868-9C0DB4A9D0D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CM"/>
          </a:p>
        </p:txBody>
      </p:sp>
      <p:sp>
        <p:nvSpPr>
          <p:cNvPr id="269" name="Google Shape;269;g2468f01b72f_0_219:notes">
            <a:extLst>
              <a:ext uri="{FF2B5EF4-FFF2-40B4-BE49-F238E27FC236}">
                <a16:creationId xmlns:a16="http://schemas.microsoft.com/office/drawing/2014/main" id="{0B55DB47-90E8-5906-7EFE-C7BA2F2C332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401971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a:extLst>
            <a:ext uri="{FF2B5EF4-FFF2-40B4-BE49-F238E27FC236}">
              <a16:creationId xmlns:a16="http://schemas.microsoft.com/office/drawing/2014/main" id="{20D9C6CE-69F2-2EE5-0FE7-9353C6000201}"/>
            </a:ext>
          </a:extLst>
        </p:cNvPr>
        <p:cNvGrpSpPr/>
        <p:nvPr/>
      </p:nvGrpSpPr>
      <p:grpSpPr>
        <a:xfrm>
          <a:off x="0" y="0"/>
          <a:ext cx="0" cy="0"/>
          <a:chOff x="0" y="0"/>
          <a:chExt cx="0" cy="0"/>
        </a:xfrm>
      </p:grpSpPr>
      <p:sp>
        <p:nvSpPr>
          <p:cNvPr id="224" name="Google Shape;224;g255edab1364_0_1:notes">
            <a:extLst>
              <a:ext uri="{FF2B5EF4-FFF2-40B4-BE49-F238E27FC236}">
                <a16:creationId xmlns:a16="http://schemas.microsoft.com/office/drawing/2014/main" id="{0E3616D1-D9D1-4B2B-8EE9-FDEFEC80C7A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CM"/>
          </a:p>
        </p:txBody>
      </p:sp>
      <p:sp>
        <p:nvSpPr>
          <p:cNvPr id="225" name="Google Shape;225;g255edab1364_0_1:notes">
            <a:extLst>
              <a:ext uri="{FF2B5EF4-FFF2-40B4-BE49-F238E27FC236}">
                <a16:creationId xmlns:a16="http://schemas.microsoft.com/office/drawing/2014/main" id="{931E241B-8487-6142-35FD-0BE93438AC7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557597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g28480a69043_0_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g28480a69043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CM"/>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jp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re haut">
  <p:cSld name="Texte seul_1">
    <p:spTree>
      <p:nvGrpSpPr>
        <p:cNvPr id="1" name="Shape 50"/>
        <p:cNvGrpSpPr/>
        <p:nvPr/>
      </p:nvGrpSpPr>
      <p:grpSpPr>
        <a:xfrm>
          <a:off x="0" y="0"/>
          <a:ext cx="0" cy="0"/>
          <a:chOff x="0" y="0"/>
          <a:chExt cx="0" cy="0"/>
        </a:xfrm>
      </p:grpSpPr>
      <p:pic>
        <p:nvPicPr>
          <p:cNvPr id="51" name="Google Shape;51;p13" descr="logo-ICAM.jpg"/>
          <p:cNvPicPr preferRelativeResize="0"/>
          <p:nvPr/>
        </p:nvPicPr>
        <p:blipFill rotWithShape="1">
          <a:blip r:embed="rId2">
            <a:alphaModFix/>
          </a:blip>
          <a:srcRect/>
          <a:stretch/>
        </p:blipFill>
        <p:spPr>
          <a:xfrm>
            <a:off x="8106025" y="214991"/>
            <a:ext cx="540327" cy="292563"/>
          </a:xfrm>
          <a:prstGeom prst="rect">
            <a:avLst/>
          </a:prstGeom>
          <a:noFill/>
          <a:ln>
            <a:noFill/>
          </a:ln>
        </p:spPr>
      </p:pic>
      <p:pic>
        <p:nvPicPr>
          <p:cNvPr id="52" name="Google Shape;52;p13" descr="supports - decli piste-03.jpg"/>
          <p:cNvPicPr preferRelativeResize="0"/>
          <p:nvPr/>
        </p:nvPicPr>
        <p:blipFill rotWithShape="1">
          <a:blip r:embed="rId3">
            <a:alphaModFix/>
          </a:blip>
          <a:srcRect/>
          <a:stretch/>
        </p:blipFill>
        <p:spPr>
          <a:xfrm>
            <a:off x="482600" y="889451"/>
            <a:ext cx="4613135" cy="103238"/>
          </a:xfrm>
          <a:prstGeom prst="rect">
            <a:avLst/>
          </a:prstGeom>
          <a:noFill/>
          <a:ln>
            <a:noFill/>
          </a:ln>
        </p:spPr>
      </p:pic>
      <p:pic>
        <p:nvPicPr>
          <p:cNvPr id="53" name="Google Shape;53;p13" descr="petites-bandes.jpg"/>
          <p:cNvPicPr preferRelativeResize="0"/>
          <p:nvPr/>
        </p:nvPicPr>
        <p:blipFill rotWithShape="1">
          <a:blip r:embed="rId4">
            <a:alphaModFix/>
          </a:blip>
          <a:srcRect/>
          <a:stretch/>
        </p:blipFill>
        <p:spPr>
          <a:xfrm>
            <a:off x="584530" y="4654558"/>
            <a:ext cx="349388" cy="90308"/>
          </a:xfrm>
          <a:prstGeom prst="rect">
            <a:avLst/>
          </a:prstGeom>
          <a:noFill/>
          <a:ln>
            <a:noFill/>
          </a:ln>
        </p:spPr>
      </p:pic>
      <p:sp>
        <p:nvSpPr>
          <p:cNvPr id="54" name="Google Shape;54;p13"/>
          <p:cNvSpPr txBox="1">
            <a:spLocks noGrp="1"/>
          </p:cNvSpPr>
          <p:nvPr>
            <p:ph type="title"/>
          </p:nvPr>
        </p:nvSpPr>
        <p:spPr>
          <a:xfrm>
            <a:off x="482600" y="214988"/>
            <a:ext cx="7508700" cy="458400"/>
          </a:xfrm>
          <a:prstGeom prst="rect">
            <a:avLst/>
          </a:prstGeom>
          <a:noFill/>
          <a:ln>
            <a:noFill/>
          </a:ln>
        </p:spPr>
        <p:txBody>
          <a:bodyPr spcFirstLastPara="1" wrap="square" lIns="91425" tIns="91425" rIns="91425" bIns="91425" anchor="ctr" anchorCtr="0">
            <a:normAutofit/>
          </a:bodyPr>
          <a:lstStyle>
            <a:lvl1pPr marR="0" lvl="0" algn="l" rtl="0">
              <a:spcBef>
                <a:spcPts val="0"/>
              </a:spcBef>
              <a:spcAft>
                <a:spcPts val="0"/>
              </a:spcAft>
              <a:buClr>
                <a:schemeClr val="dk1"/>
              </a:buClr>
              <a:buSzPts val="3600"/>
              <a:buFont typeface="Montserrat SemiBold"/>
              <a:buNone/>
              <a:defRPr sz="3600" b="0" i="0" u="none" strike="noStrike" cap="none">
                <a:solidFill>
                  <a:schemeClr val="dk1"/>
                </a:solidFill>
                <a:latin typeface="Montserrat SemiBold"/>
                <a:ea typeface="Montserrat SemiBold"/>
                <a:cs typeface="Montserrat SemiBold"/>
                <a:sym typeface="Montserrat SemiBold"/>
              </a:defRPr>
            </a:lvl1pPr>
            <a:lvl2pPr lvl="1" rtl="0">
              <a:spcBef>
                <a:spcPts val="0"/>
              </a:spcBef>
              <a:spcAft>
                <a:spcPts val="0"/>
              </a:spcAft>
              <a:buSzPts val="2800"/>
              <a:buNone/>
              <a:defRPr sz="1800"/>
            </a:lvl2pPr>
            <a:lvl3pPr lvl="2" rtl="0">
              <a:spcBef>
                <a:spcPts val="0"/>
              </a:spcBef>
              <a:spcAft>
                <a:spcPts val="0"/>
              </a:spcAft>
              <a:buSzPts val="2800"/>
              <a:buNone/>
              <a:defRPr sz="1800"/>
            </a:lvl3pPr>
            <a:lvl4pPr lvl="3" rtl="0">
              <a:spcBef>
                <a:spcPts val="0"/>
              </a:spcBef>
              <a:spcAft>
                <a:spcPts val="0"/>
              </a:spcAft>
              <a:buSzPts val="2800"/>
              <a:buNone/>
              <a:defRPr sz="1800"/>
            </a:lvl4pPr>
            <a:lvl5pPr lvl="4" rtl="0">
              <a:spcBef>
                <a:spcPts val="0"/>
              </a:spcBef>
              <a:spcAft>
                <a:spcPts val="0"/>
              </a:spcAft>
              <a:buSzPts val="2800"/>
              <a:buNone/>
              <a:defRPr sz="1800"/>
            </a:lvl5pPr>
            <a:lvl6pPr lvl="5" rtl="0">
              <a:spcBef>
                <a:spcPts val="0"/>
              </a:spcBef>
              <a:spcAft>
                <a:spcPts val="0"/>
              </a:spcAft>
              <a:buSzPts val="2800"/>
              <a:buNone/>
              <a:defRPr sz="1800"/>
            </a:lvl6pPr>
            <a:lvl7pPr lvl="6" rtl="0">
              <a:spcBef>
                <a:spcPts val="0"/>
              </a:spcBef>
              <a:spcAft>
                <a:spcPts val="0"/>
              </a:spcAft>
              <a:buSzPts val="2800"/>
              <a:buNone/>
              <a:defRPr sz="1800"/>
            </a:lvl7pPr>
            <a:lvl8pPr lvl="7" rtl="0">
              <a:spcBef>
                <a:spcPts val="0"/>
              </a:spcBef>
              <a:spcAft>
                <a:spcPts val="0"/>
              </a:spcAft>
              <a:buSzPts val="2800"/>
              <a:buNone/>
              <a:defRPr sz="1800"/>
            </a:lvl8pPr>
            <a:lvl9pPr lvl="8" rtl="0">
              <a:spcBef>
                <a:spcPts val="0"/>
              </a:spcBef>
              <a:spcAft>
                <a:spcPts val="0"/>
              </a:spcAft>
              <a:buSzPts val="2800"/>
              <a:buNone/>
              <a:defRPr sz="1800"/>
            </a:lvl9pPr>
          </a:lstStyle>
          <a:p>
            <a:endParaRPr/>
          </a:p>
        </p:txBody>
      </p:sp>
      <p:sp>
        <p:nvSpPr>
          <p:cNvPr id="55" name="Google Shape;55;p13"/>
          <p:cNvSpPr txBox="1">
            <a:spLocks noGrp="1"/>
          </p:cNvSpPr>
          <p:nvPr>
            <p:ph type="body" idx="1"/>
          </p:nvPr>
        </p:nvSpPr>
        <p:spPr>
          <a:xfrm>
            <a:off x="482600" y="1111988"/>
            <a:ext cx="8193000" cy="3404100"/>
          </a:xfrm>
          <a:prstGeom prst="rect">
            <a:avLst/>
          </a:prstGeom>
          <a:noFill/>
          <a:ln>
            <a:noFill/>
          </a:ln>
        </p:spPr>
        <p:txBody>
          <a:bodyPr spcFirstLastPara="1" wrap="square" lIns="91425" tIns="91425" rIns="91425" bIns="91425" anchor="t" anchorCtr="0">
            <a:normAutofit/>
          </a:bodyPr>
          <a:lstStyle>
            <a:lvl1pPr marL="457200" marR="0" lvl="0" indent="-228600" algn="l" rtl="0">
              <a:spcBef>
                <a:spcPts val="360"/>
              </a:spcBef>
              <a:spcAft>
                <a:spcPts val="0"/>
              </a:spcAft>
              <a:buClr>
                <a:schemeClr val="dk1"/>
              </a:buClr>
              <a:buSzPts val="1800"/>
              <a:buFont typeface="Arial"/>
              <a:buNone/>
              <a:defRPr sz="1800" b="0" i="0" u="none" strike="noStrike" cap="none">
                <a:solidFill>
                  <a:schemeClr val="dk1"/>
                </a:solidFill>
                <a:latin typeface="Montserrat Light"/>
                <a:ea typeface="Montserrat Light"/>
                <a:cs typeface="Montserrat Light"/>
                <a:sym typeface="Montserrat Light"/>
              </a:defRPr>
            </a:lvl1pPr>
            <a:lvl2pPr marL="914400" marR="0" lvl="1" indent="-406400" algn="l" rtl="0">
              <a:spcBef>
                <a:spcPts val="1200"/>
              </a:spcBef>
              <a:spcAft>
                <a:spcPts val="0"/>
              </a:spcAft>
              <a:buClr>
                <a:schemeClr val="dk1"/>
              </a:buClr>
              <a:buSzPts val="2800"/>
              <a:buFont typeface="Arial"/>
              <a:buChar char="–"/>
              <a:defRPr sz="2800" b="0" i="0" u="none" strike="noStrike" cap="none">
                <a:solidFill>
                  <a:schemeClr val="dk1"/>
                </a:solidFill>
                <a:latin typeface="Montserrat Light"/>
                <a:ea typeface="Montserrat Light"/>
                <a:cs typeface="Montserrat Light"/>
                <a:sym typeface="Montserrat Light"/>
              </a:defRPr>
            </a:lvl2pPr>
            <a:lvl3pPr marL="1371600" marR="0" lvl="2" indent="-381000" algn="l" rtl="0">
              <a:spcBef>
                <a:spcPts val="1200"/>
              </a:spcBef>
              <a:spcAft>
                <a:spcPts val="0"/>
              </a:spcAft>
              <a:buClr>
                <a:schemeClr val="dk1"/>
              </a:buClr>
              <a:buSzPts val="2400"/>
              <a:buFont typeface="Arial"/>
              <a:buChar char="•"/>
              <a:defRPr sz="2400" b="0" i="0" u="none" strike="noStrike" cap="none">
                <a:solidFill>
                  <a:schemeClr val="dk1"/>
                </a:solidFill>
                <a:latin typeface="Montserrat Light"/>
                <a:ea typeface="Montserrat Light"/>
                <a:cs typeface="Montserrat Light"/>
                <a:sym typeface="Montserrat Light"/>
              </a:defRPr>
            </a:lvl3pPr>
            <a:lvl4pPr marL="1828800" marR="0" lvl="3" indent="-355600" algn="l" rtl="0">
              <a:spcBef>
                <a:spcPts val="1200"/>
              </a:spcBef>
              <a:spcAft>
                <a:spcPts val="0"/>
              </a:spcAft>
              <a:buClr>
                <a:schemeClr val="dk1"/>
              </a:buClr>
              <a:buSzPts val="2000"/>
              <a:buFont typeface="Arial"/>
              <a:buChar char="–"/>
              <a:defRPr sz="2000" b="0" i="0" u="none" strike="noStrike" cap="none">
                <a:solidFill>
                  <a:schemeClr val="dk1"/>
                </a:solidFill>
                <a:latin typeface="Montserrat Light"/>
                <a:ea typeface="Montserrat Light"/>
                <a:cs typeface="Montserrat Light"/>
                <a:sym typeface="Montserrat Light"/>
              </a:defRPr>
            </a:lvl4pPr>
            <a:lvl5pPr marL="2286000" marR="0" lvl="4" indent="-355600" algn="l" rtl="0">
              <a:spcBef>
                <a:spcPts val="1200"/>
              </a:spcBef>
              <a:spcAft>
                <a:spcPts val="0"/>
              </a:spcAft>
              <a:buClr>
                <a:schemeClr val="dk1"/>
              </a:buClr>
              <a:buSzPts val="2000"/>
              <a:buFont typeface="Arial"/>
              <a:buChar char="»"/>
              <a:defRPr sz="2000" b="0" i="0" u="none" strike="noStrike" cap="none">
                <a:solidFill>
                  <a:schemeClr val="dk1"/>
                </a:solidFill>
                <a:latin typeface="Montserrat Light"/>
                <a:ea typeface="Montserrat Light"/>
                <a:cs typeface="Montserrat Light"/>
                <a:sym typeface="Montserrat Light"/>
              </a:defRPr>
            </a:lvl5pPr>
            <a:lvl6pPr marL="2743200" marR="0" lvl="5" indent="-355600" algn="l" rtl="0">
              <a:spcBef>
                <a:spcPts val="1200"/>
              </a:spcBef>
              <a:spcAft>
                <a:spcPts val="0"/>
              </a:spcAft>
              <a:buClr>
                <a:schemeClr val="dk1"/>
              </a:buClr>
              <a:buSzPts val="2000"/>
              <a:buFont typeface="Arial"/>
              <a:buChar char="•"/>
              <a:defRPr sz="2000" b="0" i="0" u="none" strike="noStrike" cap="none">
                <a:solidFill>
                  <a:schemeClr val="dk1"/>
                </a:solidFill>
                <a:latin typeface="Montserrat Light"/>
                <a:ea typeface="Montserrat Light"/>
                <a:cs typeface="Montserrat Light"/>
                <a:sym typeface="Montserrat Light"/>
              </a:defRPr>
            </a:lvl6pPr>
            <a:lvl7pPr marL="3200400" marR="0" lvl="6" indent="-355600" algn="l" rtl="0">
              <a:spcBef>
                <a:spcPts val="1200"/>
              </a:spcBef>
              <a:spcAft>
                <a:spcPts val="0"/>
              </a:spcAft>
              <a:buClr>
                <a:schemeClr val="dk1"/>
              </a:buClr>
              <a:buSzPts val="2000"/>
              <a:buFont typeface="Arial"/>
              <a:buChar char="•"/>
              <a:defRPr sz="2000" b="0" i="0" u="none" strike="noStrike" cap="none">
                <a:solidFill>
                  <a:schemeClr val="dk1"/>
                </a:solidFill>
                <a:latin typeface="Montserrat Light"/>
                <a:ea typeface="Montserrat Light"/>
                <a:cs typeface="Montserrat Light"/>
                <a:sym typeface="Montserrat Light"/>
              </a:defRPr>
            </a:lvl7pPr>
            <a:lvl8pPr marL="3657600" marR="0" lvl="7" indent="-355600" algn="l" rtl="0">
              <a:spcBef>
                <a:spcPts val="1200"/>
              </a:spcBef>
              <a:spcAft>
                <a:spcPts val="0"/>
              </a:spcAft>
              <a:buClr>
                <a:schemeClr val="dk1"/>
              </a:buClr>
              <a:buSzPts val="2000"/>
              <a:buFont typeface="Arial"/>
              <a:buChar char="•"/>
              <a:defRPr sz="2000" b="0" i="0" u="none" strike="noStrike" cap="none">
                <a:solidFill>
                  <a:schemeClr val="dk1"/>
                </a:solidFill>
                <a:latin typeface="Montserrat Light"/>
                <a:ea typeface="Montserrat Light"/>
                <a:cs typeface="Montserrat Light"/>
                <a:sym typeface="Montserrat Light"/>
              </a:defRPr>
            </a:lvl8pPr>
            <a:lvl9pPr marL="4114800" marR="0" lvl="8" indent="-355600" algn="l" rtl="0">
              <a:spcBef>
                <a:spcPts val="1200"/>
              </a:spcBef>
              <a:spcAft>
                <a:spcPts val="1200"/>
              </a:spcAft>
              <a:buClr>
                <a:schemeClr val="dk1"/>
              </a:buClr>
              <a:buSzPts val="2000"/>
              <a:buFont typeface="Arial"/>
              <a:buChar char="•"/>
              <a:defRPr sz="2000" b="0" i="0" u="none" strike="noStrike" cap="none">
                <a:solidFill>
                  <a:schemeClr val="dk1"/>
                </a:solidFill>
                <a:latin typeface="Montserrat Light"/>
                <a:ea typeface="Montserrat Light"/>
                <a:cs typeface="Montserrat Light"/>
                <a:sym typeface="Montserrat Light"/>
              </a:defRPr>
            </a:lvl9pPr>
          </a:lstStyle>
          <a:p>
            <a:endParaRPr/>
          </a:p>
        </p:txBody>
      </p:sp>
      <p:sp>
        <p:nvSpPr>
          <p:cNvPr id="56" name="Google Shape;56;p13"/>
          <p:cNvSpPr txBox="1">
            <a:spLocks noGrp="1"/>
          </p:cNvSpPr>
          <p:nvPr>
            <p:ph type="body" idx="2"/>
          </p:nvPr>
        </p:nvSpPr>
        <p:spPr>
          <a:xfrm>
            <a:off x="467544" y="4801791"/>
            <a:ext cx="1800300" cy="200400"/>
          </a:xfrm>
          <a:prstGeom prst="rect">
            <a:avLst/>
          </a:prstGeom>
          <a:noFill/>
          <a:ln>
            <a:noFill/>
          </a:ln>
        </p:spPr>
        <p:txBody>
          <a:bodyPr spcFirstLastPara="1" wrap="square" lIns="91425" tIns="91425" rIns="91425" bIns="91425" anchor="t" anchorCtr="0">
            <a:normAutofit/>
          </a:bodyPr>
          <a:lstStyle>
            <a:lvl1pPr marL="457200" marR="0" lvl="0" indent="-228600" algn="l"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Montserrat Light"/>
                <a:ea typeface="Montserrat Light"/>
                <a:cs typeface="Montserrat Light"/>
                <a:sym typeface="Montserrat Light"/>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Montserrat Light"/>
                <a:ea typeface="Montserrat Light"/>
                <a:cs typeface="Montserrat Light"/>
                <a:sym typeface="Montserrat Light"/>
              </a:defRPr>
            </a:lvl2pPr>
            <a:lvl3pPr marL="1371600" marR="0" lvl="2" indent="-381000" algn="l" rtl="0">
              <a:spcBef>
                <a:spcPts val="1200"/>
              </a:spcBef>
              <a:spcAft>
                <a:spcPts val="0"/>
              </a:spcAft>
              <a:buClr>
                <a:schemeClr val="dk1"/>
              </a:buClr>
              <a:buSzPts val="2400"/>
              <a:buFont typeface="Arial"/>
              <a:buChar char="•"/>
              <a:defRPr sz="2400" b="0" i="0" u="none" strike="noStrike" cap="none">
                <a:solidFill>
                  <a:schemeClr val="dk1"/>
                </a:solidFill>
                <a:latin typeface="Montserrat Light"/>
                <a:ea typeface="Montserrat Light"/>
                <a:cs typeface="Montserrat Light"/>
                <a:sym typeface="Montserrat Light"/>
              </a:defRPr>
            </a:lvl3pPr>
            <a:lvl4pPr marL="1828800" marR="0" lvl="3" indent="-355600" algn="l" rtl="0">
              <a:spcBef>
                <a:spcPts val="1200"/>
              </a:spcBef>
              <a:spcAft>
                <a:spcPts val="0"/>
              </a:spcAft>
              <a:buClr>
                <a:schemeClr val="dk1"/>
              </a:buClr>
              <a:buSzPts val="2000"/>
              <a:buFont typeface="Arial"/>
              <a:buChar char="–"/>
              <a:defRPr sz="2000" b="0" i="0" u="none" strike="noStrike" cap="none">
                <a:solidFill>
                  <a:schemeClr val="dk1"/>
                </a:solidFill>
                <a:latin typeface="Montserrat Light"/>
                <a:ea typeface="Montserrat Light"/>
                <a:cs typeface="Montserrat Light"/>
                <a:sym typeface="Montserrat Light"/>
              </a:defRPr>
            </a:lvl4pPr>
            <a:lvl5pPr marL="2286000" marR="0" lvl="4" indent="-355600" algn="l" rtl="0">
              <a:spcBef>
                <a:spcPts val="1200"/>
              </a:spcBef>
              <a:spcAft>
                <a:spcPts val="0"/>
              </a:spcAft>
              <a:buClr>
                <a:schemeClr val="dk1"/>
              </a:buClr>
              <a:buSzPts val="2000"/>
              <a:buFont typeface="Arial"/>
              <a:buChar char="»"/>
              <a:defRPr sz="2000" b="0" i="0" u="none" strike="noStrike" cap="none">
                <a:solidFill>
                  <a:schemeClr val="dk1"/>
                </a:solidFill>
                <a:latin typeface="Montserrat Light"/>
                <a:ea typeface="Montserrat Light"/>
                <a:cs typeface="Montserrat Light"/>
                <a:sym typeface="Montserrat Light"/>
              </a:defRPr>
            </a:lvl5pPr>
            <a:lvl6pPr marL="2743200" marR="0" lvl="5" indent="-355600" algn="l" rtl="0">
              <a:spcBef>
                <a:spcPts val="1200"/>
              </a:spcBef>
              <a:spcAft>
                <a:spcPts val="0"/>
              </a:spcAft>
              <a:buClr>
                <a:schemeClr val="dk1"/>
              </a:buClr>
              <a:buSzPts val="2000"/>
              <a:buFont typeface="Arial"/>
              <a:buChar char="•"/>
              <a:defRPr sz="2000" b="0" i="0" u="none" strike="noStrike" cap="none">
                <a:solidFill>
                  <a:schemeClr val="dk1"/>
                </a:solidFill>
                <a:latin typeface="Montserrat Light"/>
                <a:ea typeface="Montserrat Light"/>
                <a:cs typeface="Montserrat Light"/>
                <a:sym typeface="Montserrat Light"/>
              </a:defRPr>
            </a:lvl6pPr>
            <a:lvl7pPr marL="3200400" marR="0" lvl="6" indent="-355600" algn="l" rtl="0">
              <a:spcBef>
                <a:spcPts val="1200"/>
              </a:spcBef>
              <a:spcAft>
                <a:spcPts val="0"/>
              </a:spcAft>
              <a:buClr>
                <a:schemeClr val="dk1"/>
              </a:buClr>
              <a:buSzPts val="2000"/>
              <a:buFont typeface="Arial"/>
              <a:buChar char="•"/>
              <a:defRPr sz="2000" b="0" i="0" u="none" strike="noStrike" cap="none">
                <a:solidFill>
                  <a:schemeClr val="dk1"/>
                </a:solidFill>
                <a:latin typeface="Montserrat Light"/>
                <a:ea typeface="Montserrat Light"/>
                <a:cs typeface="Montserrat Light"/>
                <a:sym typeface="Montserrat Light"/>
              </a:defRPr>
            </a:lvl7pPr>
            <a:lvl8pPr marL="3657600" marR="0" lvl="7" indent="-355600" algn="l" rtl="0">
              <a:spcBef>
                <a:spcPts val="1200"/>
              </a:spcBef>
              <a:spcAft>
                <a:spcPts val="0"/>
              </a:spcAft>
              <a:buClr>
                <a:schemeClr val="dk1"/>
              </a:buClr>
              <a:buSzPts val="2000"/>
              <a:buFont typeface="Arial"/>
              <a:buChar char="•"/>
              <a:defRPr sz="2000" b="0" i="0" u="none" strike="noStrike" cap="none">
                <a:solidFill>
                  <a:schemeClr val="dk1"/>
                </a:solidFill>
                <a:latin typeface="Montserrat Light"/>
                <a:ea typeface="Montserrat Light"/>
                <a:cs typeface="Montserrat Light"/>
                <a:sym typeface="Montserrat Light"/>
              </a:defRPr>
            </a:lvl8pPr>
            <a:lvl9pPr marL="4114800" marR="0" lvl="8" indent="-355600" algn="l" rtl="0">
              <a:spcBef>
                <a:spcPts val="1200"/>
              </a:spcBef>
              <a:spcAft>
                <a:spcPts val="1200"/>
              </a:spcAft>
              <a:buClr>
                <a:schemeClr val="dk1"/>
              </a:buClr>
              <a:buSzPts val="2000"/>
              <a:buFont typeface="Arial"/>
              <a:buChar char="•"/>
              <a:defRPr sz="2000" b="0" i="0" u="none" strike="noStrike" cap="none">
                <a:solidFill>
                  <a:schemeClr val="dk1"/>
                </a:solidFill>
                <a:latin typeface="Montserrat Light"/>
                <a:ea typeface="Montserrat Light"/>
                <a:cs typeface="Montserrat Light"/>
                <a:sym typeface="Montserrat Light"/>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hapitre">
  <p:cSld name="Chapitre">
    <p:spTree>
      <p:nvGrpSpPr>
        <p:cNvPr id="1" name="Shape 66"/>
        <p:cNvGrpSpPr/>
        <p:nvPr/>
      </p:nvGrpSpPr>
      <p:grpSpPr>
        <a:xfrm>
          <a:off x="0" y="0"/>
          <a:ext cx="0" cy="0"/>
          <a:chOff x="0" y="0"/>
          <a:chExt cx="0" cy="0"/>
        </a:xfrm>
      </p:grpSpPr>
      <p:pic>
        <p:nvPicPr>
          <p:cNvPr id="67" name="Google Shape;67;p15" descr="logo-ICAM.jpg"/>
          <p:cNvPicPr preferRelativeResize="0"/>
          <p:nvPr/>
        </p:nvPicPr>
        <p:blipFill rotWithShape="1">
          <a:blip r:embed="rId2">
            <a:alphaModFix/>
          </a:blip>
          <a:srcRect/>
          <a:stretch/>
        </p:blipFill>
        <p:spPr>
          <a:xfrm>
            <a:off x="8063312" y="204291"/>
            <a:ext cx="540327" cy="292563"/>
          </a:xfrm>
          <a:prstGeom prst="rect">
            <a:avLst/>
          </a:prstGeom>
          <a:noFill/>
          <a:ln>
            <a:noFill/>
          </a:ln>
        </p:spPr>
      </p:pic>
      <p:pic>
        <p:nvPicPr>
          <p:cNvPr id="68" name="Google Shape;68;p15" descr="petites-bandes.jpg"/>
          <p:cNvPicPr preferRelativeResize="0"/>
          <p:nvPr/>
        </p:nvPicPr>
        <p:blipFill rotWithShape="1">
          <a:blip r:embed="rId3">
            <a:alphaModFix/>
          </a:blip>
          <a:srcRect/>
          <a:stretch/>
        </p:blipFill>
        <p:spPr>
          <a:xfrm>
            <a:off x="6549283" y="4801663"/>
            <a:ext cx="349388" cy="90308"/>
          </a:xfrm>
          <a:prstGeom prst="rect">
            <a:avLst/>
          </a:prstGeom>
          <a:noFill/>
          <a:ln>
            <a:noFill/>
          </a:ln>
        </p:spPr>
      </p:pic>
      <p:sp>
        <p:nvSpPr>
          <p:cNvPr id="69" name="Google Shape;69;p15"/>
          <p:cNvSpPr>
            <a:spLocks noGrp="1"/>
          </p:cNvSpPr>
          <p:nvPr>
            <p:ph type="pic" idx="2"/>
          </p:nvPr>
        </p:nvSpPr>
        <p:spPr>
          <a:xfrm>
            <a:off x="0" y="0"/>
            <a:ext cx="4284600" cy="5132700"/>
          </a:xfrm>
          <a:prstGeom prst="rect">
            <a:avLst/>
          </a:prstGeom>
          <a:noFill/>
          <a:ln>
            <a:noFill/>
          </a:ln>
        </p:spPr>
        <p:txBody>
          <a:bodyPr spcFirstLastPara="1" wrap="square" lIns="91425" tIns="91425" rIns="91425" bIns="91425" anchor="t" anchorCtr="0">
            <a:noAutofit/>
          </a:bodyPr>
          <a:lstStyle>
            <a:lvl1pPr marR="0" lvl="0" algn="l" rtl="0">
              <a:spcBef>
                <a:spcPts val="640"/>
              </a:spcBef>
              <a:spcAft>
                <a:spcPts val="0"/>
              </a:spcAft>
              <a:buClr>
                <a:schemeClr val="dk1"/>
              </a:buClr>
              <a:buSzPts val="3200"/>
              <a:buFont typeface="Arial"/>
              <a:buNone/>
              <a:defRPr sz="3200" b="0" i="0" u="none" strike="noStrike" cap="none">
                <a:solidFill>
                  <a:schemeClr val="dk1"/>
                </a:solidFill>
                <a:latin typeface="Montserrat Light"/>
                <a:ea typeface="Montserrat Light"/>
                <a:cs typeface="Montserrat Light"/>
                <a:sym typeface="Montserrat Light"/>
              </a:defRPr>
            </a:lvl1pPr>
            <a:lvl2pPr marR="0" lvl="1" algn="l" rtl="0">
              <a:spcBef>
                <a:spcPts val="560"/>
              </a:spcBef>
              <a:spcAft>
                <a:spcPts val="0"/>
              </a:spcAft>
              <a:buClr>
                <a:schemeClr val="dk1"/>
              </a:buClr>
              <a:buSzPts val="2800"/>
              <a:buFont typeface="Arial"/>
              <a:buChar char="–"/>
              <a:defRPr sz="2800" b="0" i="0" u="none" strike="noStrike" cap="none">
                <a:solidFill>
                  <a:schemeClr val="dk1"/>
                </a:solidFill>
                <a:latin typeface="Montserrat Light"/>
                <a:ea typeface="Montserrat Light"/>
                <a:cs typeface="Montserrat Light"/>
                <a:sym typeface="Montserrat Light"/>
              </a:defRPr>
            </a:lvl2pPr>
            <a:lvl3pPr marR="0" lvl="2" algn="l" rtl="0">
              <a:spcBef>
                <a:spcPts val="480"/>
              </a:spcBef>
              <a:spcAft>
                <a:spcPts val="0"/>
              </a:spcAft>
              <a:buClr>
                <a:schemeClr val="dk1"/>
              </a:buClr>
              <a:buSzPts val="2400"/>
              <a:buFont typeface="Arial"/>
              <a:buChar char="•"/>
              <a:defRPr sz="2400" b="0" i="0" u="none" strike="noStrike" cap="none">
                <a:solidFill>
                  <a:schemeClr val="dk1"/>
                </a:solidFill>
                <a:latin typeface="Montserrat Light"/>
                <a:ea typeface="Montserrat Light"/>
                <a:cs typeface="Montserrat Light"/>
                <a:sym typeface="Montserrat Light"/>
              </a:defRPr>
            </a:lvl3pPr>
            <a:lvl4pPr marR="0" lvl="3" algn="l" rtl="0">
              <a:spcBef>
                <a:spcPts val="400"/>
              </a:spcBef>
              <a:spcAft>
                <a:spcPts val="0"/>
              </a:spcAft>
              <a:buClr>
                <a:schemeClr val="dk1"/>
              </a:buClr>
              <a:buSzPts val="2000"/>
              <a:buFont typeface="Arial"/>
              <a:buChar char="–"/>
              <a:defRPr sz="2000" b="0" i="0" u="none" strike="noStrike" cap="none">
                <a:solidFill>
                  <a:schemeClr val="dk1"/>
                </a:solidFill>
                <a:latin typeface="Montserrat Light"/>
                <a:ea typeface="Montserrat Light"/>
                <a:cs typeface="Montserrat Light"/>
                <a:sym typeface="Montserrat Light"/>
              </a:defRPr>
            </a:lvl4pPr>
            <a:lvl5pPr marR="0" lvl="4" algn="l" rtl="0">
              <a:spcBef>
                <a:spcPts val="400"/>
              </a:spcBef>
              <a:spcAft>
                <a:spcPts val="0"/>
              </a:spcAft>
              <a:buClr>
                <a:schemeClr val="dk1"/>
              </a:buClr>
              <a:buSzPts val="2000"/>
              <a:buFont typeface="Arial"/>
              <a:buChar char="»"/>
              <a:defRPr sz="2000" b="0" i="0" u="none" strike="noStrike" cap="none">
                <a:solidFill>
                  <a:schemeClr val="dk1"/>
                </a:solidFill>
                <a:latin typeface="Montserrat Light"/>
                <a:ea typeface="Montserrat Light"/>
                <a:cs typeface="Montserrat Light"/>
                <a:sym typeface="Montserrat Light"/>
              </a:defRPr>
            </a:lvl5pPr>
            <a:lvl6pPr marR="0" lvl="5" algn="l" rtl="0">
              <a:spcBef>
                <a:spcPts val="400"/>
              </a:spcBef>
              <a:spcAft>
                <a:spcPts val="0"/>
              </a:spcAft>
              <a:buClr>
                <a:schemeClr val="dk1"/>
              </a:buClr>
              <a:buSzPts val="2000"/>
              <a:buFont typeface="Arial"/>
              <a:buChar char="•"/>
              <a:defRPr sz="2000" b="0" i="0" u="none" strike="noStrike" cap="none">
                <a:solidFill>
                  <a:schemeClr val="dk1"/>
                </a:solidFill>
                <a:latin typeface="Montserrat Light"/>
                <a:ea typeface="Montserrat Light"/>
                <a:cs typeface="Montserrat Light"/>
                <a:sym typeface="Montserrat Light"/>
              </a:defRPr>
            </a:lvl6pPr>
            <a:lvl7pPr marR="0" lvl="6" algn="l" rtl="0">
              <a:spcBef>
                <a:spcPts val="400"/>
              </a:spcBef>
              <a:spcAft>
                <a:spcPts val="0"/>
              </a:spcAft>
              <a:buClr>
                <a:schemeClr val="dk1"/>
              </a:buClr>
              <a:buSzPts val="2000"/>
              <a:buFont typeface="Arial"/>
              <a:buChar char="•"/>
              <a:defRPr sz="2000" b="0" i="0" u="none" strike="noStrike" cap="none">
                <a:solidFill>
                  <a:schemeClr val="dk1"/>
                </a:solidFill>
                <a:latin typeface="Montserrat Light"/>
                <a:ea typeface="Montserrat Light"/>
                <a:cs typeface="Montserrat Light"/>
                <a:sym typeface="Montserrat Light"/>
              </a:defRPr>
            </a:lvl7pPr>
            <a:lvl8pPr marR="0" lvl="7" algn="l" rtl="0">
              <a:spcBef>
                <a:spcPts val="400"/>
              </a:spcBef>
              <a:spcAft>
                <a:spcPts val="0"/>
              </a:spcAft>
              <a:buClr>
                <a:schemeClr val="dk1"/>
              </a:buClr>
              <a:buSzPts val="2000"/>
              <a:buFont typeface="Arial"/>
              <a:buChar char="•"/>
              <a:defRPr sz="2000" b="0" i="0" u="none" strike="noStrike" cap="none">
                <a:solidFill>
                  <a:schemeClr val="dk1"/>
                </a:solidFill>
                <a:latin typeface="Montserrat Light"/>
                <a:ea typeface="Montserrat Light"/>
                <a:cs typeface="Montserrat Light"/>
                <a:sym typeface="Montserrat Light"/>
              </a:defRPr>
            </a:lvl8pPr>
            <a:lvl9pPr marR="0" lvl="8" algn="l" rtl="0">
              <a:spcBef>
                <a:spcPts val="400"/>
              </a:spcBef>
              <a:spcAft>
                <a:spcPts val="0"/>
              </a:spcAft>
              <a:buClr>
                <a:schemeClr val="dk1"/>
              </a:buClr>
              <a:buSzPts val="2000"/>
              <a:buFont typeface="Arial"/>
              <a:buChar char="•"/>
              <a:defRPr sz="2000" b="0" i="0" u="none" strike="noStrike" cap="none">
                <a:solidFill>
                  <a:schemeClr val="dk1"/>
                </a:solidFill>
                <a:latin typeface="Montserrat Light"/>
                <a:ea typeface="Montserrat Light"/>
                <a:cs typeface="Montserrat Light"/>
                <a:sym typeface="Montserrat Light"/>
              </a:defRPr>
            </a:lvl9pPr>
          </a:lstStyle>
          <a:p>
            <a:endParaRPr/>
          </a:p>
        </p:txBody>
      </p:sp>
      <p:sp>
        <p:nvSpPr>
          <p:cNvPr id="70" name="Google Shape;70;p15"/>
          <p:cNvSpPr txBox="1">
            <a:spLocks noGrp="1"/>
          </p:cNvSpPr>
          <p:nvPr>
            <p:ph type="title"/>
          </p:nvPr>
        </p:nvSpPr>
        <p:spPr>
          <a:xfrm>
            <a:off x="4427984" y="843558"/>
            <a:ext cx="4464600" cy="857400"/>
          </a:xfrm>
          <a:prstGeom prst="rect">
            <a:avLst/>
          </a:prstGeom>
          <a:noFill/>
          <a:ln>
            <a:noFill/>
          </a:ln>
        </p:spPr>
        <p:txBody>
          <a:bodyPr spcFirstLastPara="1" wrap="square" lIns="91425" tIns="91425" rIns="91425" bIns="91425" anchor="ctr" anchorCtr="0">
            <a:normAutofit/>
          </a:bodyPr>
          <a:lstStyle>
            <a:lvl1pPr marR="0" lvl="0" algn="l" rtl="0">
              <a:spcBef>
                <a:spcPts val="0"/>
              </a:spcBef>
              <a:spcAft>
                <a:spcPts val="0"/>
              </a:spcAft>
              <a:buClr>
                <a:srgbClr val="F9A45F"/>
              </a:buClr>
              <a:buSzPts val="2800"/>
              <a:buFont typeface="Montserrat SemiBold"/>
              <a:buNone/>
              <a:defRPr sz="2800" b="0" i="0" u="none" strike="noStrike" cap="none">
                <a:solidFill>
                  <a:srgbClr val="F9A45F"/>
                </a:solidFill>
                <a:latin typeface="Montserrat SemiBold"/>
                <a:ea typeface="Montserrat SemiBold"/>
                <a:cs typeface="Montserrat SemiBold"/>
                <a:sym typeface="Montserrat SemiBold"/>
              </a:defRPr>
            </a:lvl1pPr>
            <a:lvl2pPr lvl="1" rtl="0">
              <a:spcBef>
                <a:spcPts val="0"/>
              </a:spcBef>
              <a:spcAft>
                <a:spcPts val="0"/>
              </a:spcAft>
              <a:buSzPts val="2800"/>
              <a:buNone/>
              <a:defRPr sz="1800"/>
            </a:lvl2pPr>
            <a:lvl3pPr lvl="2" rtl="0">
              <a:spcBef>
                <a:spcPts val="0"/>
              </a:spcBef>
              <a:spcAft>
                <a:spcPts val="0"/>
              </a:spcAft>
              <a:buSzPts val="2800"/>
              <a:buNone/>
              <a:defRPr sz="1800"/>
            </a:lvl3pPr>
            <a:lvl4pPr lvl="3" rtl="0">
              <a:spcBef>
                <a:spcPts val="0"/>
              </a:spcBef>
              <a:spcAft>
                <a:spcPts val="0"/>
              </a:spcAft>
              <a:buSzPts val="2800"/>
              <a:buNone/>
              <a:defRPr sz="1800"/>
            </a:lvl4pPr>
            <a:lvl5pPr lvl="4" rtl="0">
              <a:spcBef>
                <a:spcPts val="0"/>
              </a:spcBef>
              <a:spcAft>
                <a:spcPts val="0"/>
              </a:spcAft>
              <a:buSzPts val="2800"/>
              <a:buNone/>
              <a:defRPr sz="1800"/>
            </a:lvl5pPr>
            <a:lvl6pPr lvl="5" rtl="0">
              <a:spcBef>
                <a:spcPts val="0"/>
              </a:spcBef>
              <a:spcAft>
                <a:spcPts val="0"/>
              </a:spcAft>
              <a:buSzPts val="2800"/>
              <a:buNone/>
              <a:defRPr sz="1800"/>
            </a:lvl6pPr>
            <a:lvl7pPr lvl="6" rtl="0">
              <a:spcBef>
                <a:spcPts val="0"/>
              </a:spcBef>
              <a:spcAft>
                <a:spcPts val="0"/>
              </a:spcAft>
              <a:buSzPts val="2800"/>
              <a:buNone/>
              <a:defRPr sz="1800"/>
            </a:lvl7pPr>
            <a:lvl8pPr lvl="7" rtl="0">
              <a:spcBef>
                <a:spcPts val="0"/>
              </a:spcBef>
              <a:spcAft>
                <a:spcPts val="0"/>
              </a:spcAft>
              <a:buSzPts val="2800"/>
              <a:buNone/>
              <a:defRPr sz="1800"/>
            </a:lvl8pPr>
            <a:lvl9pPr lvl="8" rtl="0">
              <a:spcBef>
                <a:spcPts val="0"/>
              </a:spcBef>
              <a:spcAft>
                <a:spcPts val="0"/>
              </a:spcAft>
              <a:buSzPts val="2800"/>
              <a:buNone/>
              <a:defRPr sz="1800"/>
            </a:lvl9pPr>
          </a:lstStyle>
          <a:p>
            <a:endParaRPr/>
          </a:p>
        </p:txBody>
      </p:sp>
      <p:sp>
        <p:nvSpPr>
          <p:cNvPr id="71" name="Google Shape;71;p15"/>
          <p:cNvSpPr txBox="1">
            <a:spLocks noGrp="1"/>
          </p:cNvSpPr>
          <p:nvPr>
            <p:ph type="body" idx="1"/>
          </p:nvPr>
        </p:nvSpPr>
        <p:spPr>
          <a:xfrm>
            <a:off x="4427984" y="1873638"/>
            <a:ext cx="4464600" cy="2677500"/>
          </a:xfrm>
          <a:prstGeom prst="rect">
            <a:avLst/>
          </a:prstGeom>
          <a:noFill/>
          <a:ln>
            <a:noFill/>
          </a:ln>
        </p:spPr>
        <p:txBody>
          <a:bodyPr spcFirstLastPara="1" wrap="square" lIns="91425" tIns="91425" rIns="91425" bIns="91425" anchor="t" anchorCtr="0">
            <a:normAutofit/>
          </a:bodyPr>
          <a:lstStyle>
            <a:lvl1pPr marL="457200" marR="0" lvl="0" indent="-228600" algn="l" rtl="0">
              <a:spcBef>
                <a:spcPts val="480"/>
              </a:spcBef>
              <a:spcAft>
                <a:spcPts val="0"/>
              </a:spcAft>
              <a:buClr>
                <a:schemeClr val="dk1"/>
              </a:buClr>
              <a:buSzPts val="2400"/>
              <a:buFont typeface="Arial"/>
              <a:buNone/>
              <a:defRPr sz="2400" b="0" i="0" u="none" strike="noStrike" cap="none">
                <a:solidFill>
                  <a:schemeClr val="dk1"/>
                </a:solidFill>
                <a:latin typeface="Montserrat Light"/>
                <a:ea typeface="Montserrat Light"/>
                <a:cs typeface="Montserrat Light"/>
                <a:sym typeface="Montserrat Light"/>
              </a:defRPr>
            </a:lvl1pPr>
            <a:lvl2pPr marL="914400" marR="0" lvl="1" indent="-355600" algn="l" rtl="0">
              <a:spcBef>
                <a:spcPts val="1200"/>
              </a:spcBef>
              <a:spcAft>
                <a:spcPts val="0"/>
              </a:spcAft>
              <a:buClr>
                <a:schemeClr val="dk1"/>
              </a:buClr>
              <a:buSzPts val="2000"/>
              <a:buFont typeface="Arial"/>
              <a:buChar char="–"/>
              <a:defRPr sz="2000" b="0" i="0" u="none" strike="noStrike" cap="none">
                <a:solidFill>
                  <a:schemeClr val="dk1"/>
                </a:solidFill>
                <a:latin typeface="Montserrat Light"/>
                <a:ea typeface="Montserrat Light"/>
                <a:cs typeface="Montserrat Light"/>
                <a:sym typeface="Montserrat Light"/>
              </a:defRPr>
            </a:lvl2pPr>
            <a:lvl3pPr marL="1371600" marR="0" lvl="2" indent="-342900" algn="l" rtl="0">
              <a:spcBef>
                <a:spcPts val="1200"/>
              </a:spcBef>
              <a:spcAft>
                <a:spcPts val="0"/>
              </a:spcAft>
              <a:buClr>
                <a:schemeClr val="dk1"/>
              </a:buClr>
              <a:buSzPts val="1800"/>
              <a:buFont typeface="Arial"/>
              <a:buChar char="•"/>
              <a:defRPr sz="1800" b="0" i="0" u="none" strike="noStrike" cap="none">
                <a:solidFill>
                  <a:schemeClr val="dk1"/>
                </a:solidFill>
                <a:latin typeface="Montserrat Light"/>
                <a:ea typeface="Montserrat Light"/>
                <a:cs typeface="Montserrat Light"/>
                <a:sym typeface="Montserrat Light"/>
              </a:defRPr>
            </a:lvl3pPr>
            <a:lvl4pPr marL="1828800" marR="0" lvl="3" indent="-330200" algn="l" rtl="0">
              <a:spcBef>
                <a:spcPts val="1200"/>
              </a:spcBef>
              <a:spcAft>
                <a:spcPts val="0"/>
              </a:spcAft>
              <a:buClr>
                <a:schemeClr val="dk1"/>
              </a:buClr>
              <a:buSzPts val="1600"/>
              <a:buFont typeface="Arial"/>
              <a:buChar char="–"/>
              <a:defRPr sz="1600" b="0" i="0" u="none" strike="noStrike" cap="none">
                <a:solidFill>
                  <a:schemeClr val="dk1"/>
                </a:solidFill>
                <a:latin typeface="Montserrat Light"/>
                <a:ea typeface="Montserrat Light"/>
                <a:cs typeface="Montserrat Light"/>
                <a:sym typeface="Montserrat Light"/>
              </a:defRPr>
            </a:lvl4pPr>
            <a:lvl5pPr marL="2286000" marR="0" lvl="4" indent="-330200" algn="l" rtl="0">
              <a:spcBef>
                <a:spcPts val="1200"/>
              </a:spcBef>
              <a:spcAft>
                <a:spcPts val="0"/>
              </a:spcAft>
              <a:buClr>
                <a:schemeClr val="dk1"/>
              </a:buClr>
              <a:buSzPts val="1600"/>
              <a:buFont typeface="Arial"/>
              <a:buChar char="»"/>
              <a:defRPr sz="1600" b="0" i="0" u="none" strike="noStrike" cap="none">
                <a:solidFill>
                  <a:schemeClr val="dk1"/>
                </a:solidFill>
                <a:latin typeface="Montserrat Light"/>
                <a:ea typeface="Montserrat Light"/>
                <a:cs typeface="Montserrat Light"/>
                <a:sym typeface="Montserrat Light"/>
              </a:defRPr>
            </a:lvl5pPr>
            <a:lvl6pPr marL="2743200" marR="0" lvl="5" indent="-355600" algn="l" rtl="0">
              <a:spcBef>
                <a:spcPts val="1200"/>
              </a:spcBef>
              <a:spcAft>
                <a:spcPts val="0"/>
              </a:spcAft>
              <a:buClr>
                <a:schemeClr val="dk1"/>
              </a:buClr>
              <a:buSzPts val="2000"/>
              <a:buFont typeface="Arial"/>
              <a:buChar char="•"/>
              <a:defRPr sz="2000" b="0" i="0" u="none" strike="noStrike" cap="none">
                <a:solidFill>
                  <a:schemeClr val="dk1"/>
                </a:solidFill>
                <a:latin typeface="Montserrat Light"/>
                <a:ea typeface="Montserrat Light"/>
                <a:cs typeface="Montserrat Light"/>
                <a:sym typeface="Montserrat Light"/>
              </a:defRPr>
            </a:lvl6pPr>
            <a:lvl7pPr marL="3200400" marR="0" lvl="6" indent="-355600" algn="l" rtl="0">
              <a:spcBef>
                <a:spcPts val="1200"/>
              </a:spcBef>
              <a:spcAft>
                <a:spcPts val="0"/>
              </a:spcAft>
              <a:buClr>
                <a:schemeClr val="dk1"/>
              </a:buClr>
              <a:buSzPts val="2000"/>
              <a:buFont typeface="Arial"/>
              <a:buChar char="•"/>
              <a:defRPr sz="2000" b="0" i="0" u="none" strike="noStrike" cap="none">
                <a:solidFill>
                  <a:schemeClr val="dk1"/>
                </a:solidFill>
                <a:latin typeface="Montserrat Light"/>
                <a:ea typeface="Montserrat Light"/>
                <a:cs typeface="Montserrat Light"/>
                <a:sym typeface="Montserrat Light"/>
              </a:defRPr>
            </a:lvl7pPr>
            <a:lvl8pPr marL="3657600" marR="0" lvl="7" indent="-355600" algn="l" rtl="0">
              <a:spcBef>
                <a:spcPts val="1200"/>
              </a:spcBef>
              <a:spcAft>
                <a:spcPts val="0"/>
              </a:spcAft>
              <a:buClr>
                <a:schemeClr val="dk1"/>
              </a:buClr>
              <a:buSzPts val="2000"/>
              <a:buFont typeface="Arial"/>
              <a:buChar char="•"/>
              <a:defRPr sz="2000" b="0" i="0" u="none" strike="noStrike" cap="none">
                <a:solidFill>
                  <a:schemeClr val="dk1"/>
                </a:solidFill>
                <a:latin typeface="Montserrat Light"/>
                <a:ea typeface="Montserrat Light"/>
                <a:cs typeface="Montserrat Light"/>
                <a:sym typeface="Montserrat Light"/>
              </a:defRPr>
            </a:lvl8pPr>
            <a:lvl9pPr marL="4114800" marR="0" lvl="8" indent="-355600" algn="l" rtl="0">
              <a:spcBef>
                <a:spcPts val="1200"/>
              </a:spcBef>
              <a:spcAft>
                <a:spcPts val="1200"/>
              </a:spcAft>
              <a:buClr>
                <a:schemeClr val="dk1"/>
              </a:buClr>
              <a:buSzPts val="2000"/>
              <a:buFont typeface="Arial"/>
              <a:buChar char="•"/>
              <a:defRPr sz="2000" b="0" i="0" u="none" strike="noStrike" cap="none">
                <a:solidFill>
                  <a:schemeClr val="dk1"/>
                </a:solidFill>
                <a:latin typeface="Montserrat Light"/>
                <a:ea typeface="Montserrat Light"/>
                <a:cs typeface="Montserrat Light"/>
                <a:sym typeface="Montserrat Light"/>
              </a:defRPr>
            </a:lvl9pPr>
          </a:lstStyle>
          <a:p>
            <a:endParaRPr/>
          </a:p>
        </p:txBody>
      </p:sp>
      <p:sp>
        <p:nvSpPr>
          <p:cNvPr id="72" name="Google Shape;72;p15"/>
          <p:cNvSpPr txBox="1">
            <a:spLocks noGrp="1"/>
          </p:cNvSpPr>
          <p:nvPr>
            <p:ph type="body" idx="3"/>
          </p:nvPr>
        </p:nvSpPr>
        <p:spPr>
          <a:xfrm>
            <a:off x="7163199" y="4731990"/>
            <a:ext cx="1800300" cy="200400"/>
          </a:xfrm>
          <a:prstGeom prst="rect">
            <a:avLst/>
          </a:prstGeom>
          <a:noFill/>
          <a:ln>
            <a:noFill/>
          </a:ln>
        </p:spPr>
        <p:txBody>
          <a:bodyPr spcFirstLastPara="1" wrap="square" lIns="91425" tIns="91425" rIns="91425" bIns="91425" anchor="t" anchorCtr="0">
            <a:normAutofit/>
          </a:bodyPr>
          <a:lstStyle>
            <a:lvl1pPr marL="457200" marR="0" lvl="0" indent="-228600" algn="l"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Montserrat Light"/>
                <a:ea typeface="Montserrat Light"/>
                <a:cs typeface="Montserrat Light"/>
                <a:sym typeface="Montserrat Light"/>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Montserrat Light"/>
                <a:ea typeface="Montserrat Light"/>
                <a:cs typeface="Montserrat Light"/>
                <a:sym typeface="Montserrat Light"/>
              </a:defRPr>
            </a:lvl2pPr>
            <a:lvl3pPr marL="1371600" marR="0" lvl="2" indent="-381000" algn="l" rtl="0">
              <a:spcBef>
                <a:spcPts val="1200"/>
              </a:spcBef>
              <a:spcAft>
                <a:spcPts val="0"/>
              </a:spcAft>
              <a:buClr>
                <a:schemeClr val="dk1"/>
              </a:buClr>
              <a:buSzPts val="2400"/>
              <a:buFont typeface="Arial"/>
              <a:buChar char="•"/>
              <a:defRPr sz="2400" b="0" i="0" u="none" strike="noStrike" cap="none">
                <a:solidFill>
                  <a:schemeClr val="dk1"/>
                </a:solidFill>
                <a:latin typeface="Montserrat Light"/>
                <a:ea typeface="Montserrat Light"/>
                <a:cs typeface="Montserrat Light"/>
                <a:sym typeface="Montserrat Light"/>
              </a:defRPr>
            </a:lvl3pPr>
            <a:lvl4pPr marL="1828800" marR="0" lvl="3" indent="-355600" algn="l" rtl="0">
              <a:spcBef>
                <a:spcPts val="1200"/>
              </a:spcBef>
              <a:spcAft>
                <a:spcPts val="0"/>
              </a:spcAft>
              <a:buClr>
                <a:schemeClr val="dk1"/>
              </a:buClr>
              <a:buSzPts val="2000"/>
              <a:buFont typeface="Arial"/>
              <a:buChar char="–"/>
              <a:defRPr sz="2000" b="0" i="0" u="none" strike="noStrike" cap="none">
                <a:solidFill>
                  <a:schemeClr val="dk1"/>
                </a:solidFill>
                <a:latin typeface="Montserrat Light"/>
                <a:ea typeface="Montserrat Light"/>
                <a:cs typeface="Montserrat Light"/>
                <a:sym typeface="Montserrat Light"/>
              </a:defRPr>
            </a:lvl4pPr>
            <a:lvl5pPr marL="2286000" marR="0" lvl="4" indent="-355600" algn="l" rtl="0">
              <a:spcBef>
                <a:spcPts val="1200"/>
              </a:spcBef>
              <a:spcAft>
                <a:spcPts val="0"/>
              </a:spcAft>
              <a:buClr>
                <a:schemeClr val="dk1"/>
              </a:buClr>
              <a:buSzPts val="2000"/>
              <a:buFont typeface="Arial"/>
              <a:buChar char="»"/>
              <a:defRPr sz="2000" b="0" i="0" u="none" strike="noStrike" cap="none">
                <a:solidFill>
                  <a:schemeClr val="dk1"/>
                </a:solidFill>
                <a:latin typeface="Montserrat Light"/>
                <a:ea typeface="Montserrat Light"/>
                <a:cs typeface="Montserrat Light"/>
                <a:sym typeface="Montserrat Light"/>
              </a:defRPr>
            </a:lvl5pPr>
            <a:lvl6pPr marL="2743200" marR="0" lvl="5" indent="-355600" algn="l" rtl="0">
              <a:spcBef>
                <a:spcPts val="1200"/>
              </a:spcBef>
              <a:spcAft>
                <a:spcPts val="0"/>
              </a:spcAft>
              <a:buClr>
                <a:schemeClr val="dk1"/>
              </a:buClr>
              <a:buSzPts val="2000"/>
              <a:buFont typeface="Arial"/>
              <a:buChar char="•"/>
              <a:defRPr sz="2000" b="0" i="0" u="none" strike="noStrike" cap="none">
                <a:solidFill>
                  <a:schemeClr val="dk1"/>
                </a:solidFill>
                <a:latin typeface="Montserrat Light"/>
                <a:ea typeface="Montserrat Light"/>
                <a:cs typeface="Montserrat Light"/>
                <a:sym typeface="Montserrat Light"/>
              </a:defRPr>
            </a:lvl6pPr>
            <a:lvl7pPr marL="3200400" marR="0" lvl="6" indent="-355600" algn="l" rtl="0">
              <a:spcBef>
                <a:spcPts val="1200"/>
              </a:spcBef>
              <a:spcAft>
                <a:spcPts val="0"/>
              </a:spcAft>
              <a:buClr>
                <a:schemeClr val="dk1"/>
              </a:buClr>
              <a:buSzPts val="2000"/>
              <a:buFont typeface="Arial"/>
              <a:buChar char="•"/>
              <a:defRPr sz="2000" b="0" i="0" u="none" strike="noStrike" cap="none">
                <a:solidFill>
                  <a:schemeClr val="dk1"/>
                </a:solidFill>
                <a:latin typeface="Montserrat Light"/>
                <a:ea typeface="Montserrat Light"/>
                <a:cs typeface="Montserrat Light"/>
                <a:sym typeface="Montserrat Light"/>
              </a:defRPr>
            </a:lvl7pPr>
            <a:lvl8pPr marL="3657600" marR="0" lvl="7" indent="-355600" algn="l" rtl="0">
              <a:spcBef>
                <a:spcPts val="1200"/>
              </a:spcBef>
              <a:spcAft>
                <a:spcPts val="0"/>
              </a:spcAft>
              <a:buClr>
                <a:schemeClr val="dk1"/>
              </a:buClr>
              <a:buSzPts val="2000"/>
              <a:buFont typeface="Arial"/>
              <a:buChar char="•"/>
              <a:defRPr sz="2000" b="0" i="0" u="none" strike="noStrike" cap="none">
                <a:solidFill>
                  <a:schemeClr val="dk1"/>
                </a:solidFill>
                <a:latin typeface="Montserrat Light"/>
                <a:ea typeface="Montserrat Light"/>
                <a:cs typeface="Montserrat Light"/>
                <a:sym typeface="Montserrat Light"/>
              </a:defRPr>
            </a:lvl8pPr>
            <a:lvl9pPr marL="4114800" marR="0" lvl="8" indent="-355600" algn="l" rtl="0">
              <a:spcBef>
                <a:spcPts val="1200"/>
              </a:spcBef>
              <a:spcAft>
                <a:spcPts val="1200"/>
              </a:spcAft>
              <a:buClr>
                <a:schemeClr val="dk1"/>
              </a:buClr>
              <a:buSzPts val="2000"/>
              <a:buFont typeface="Arial"/>
              <a:buChar char="•"/>
              <a:defRPr sz="2000" b="0" i="0" u="none" strike="noStrike" cap="none">
                <a:solidFill>
                  <a:schemeClr val="dk1"/>
                </a:solidFill>
                <a:latin typeface="Montserrat Light"/>
                <a:ea typeface="Montserrat Light"/>
                <a:cs typeface="Montserrat Light"/>
                <a:sym typeface="Montserrat Light"/>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fr"/>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5" r:id="rId6"/>
    <p:sldLayoutId id="2147483656" r:id="rId7"/>
    <p:sldLayoutId id="2147483657" r:id="rId8"/>
    <p:sldLayoutId id="2147483658" r:id="rId9"/>
    <p:sldLayoutId id="2147483659" r:id="rId10"/>
    <p:sldLayoutId id="214748366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pic>
        <p:nvPicPr>
          <p:cNvPr id="147" name="Google Shape;147;p34"/>
          <p:cNvPicPr preferRelativeResize="0"/>
          <p:nvPr/>
        </p:nvPicPr>
        <p:blipFill>
          <a:blip r:embed="rId3">
            <a:alphaModFix/>
          </a:blip>
          <a:stretch>
            <a:fillRect/>
          </a:stretch>
        </p:blipFill>
        <p:spPr>
          <a:xfrm>
            <a:off x="5377298" y="16328"/>
            <a:ext cx="3766704" cy="5143499"/>
          </a:xfrm>
          <a:prstGeom prst="rect">
            <a:avLst/>
          </a:prstGeom>
          <a:noFill/>
          <a:ln>
            <a:noFill/>
          </a:ln>
        </p:spPr>
      </p:pic>
      <p:pic>
        <p:nvPicPr>
          <p:cNvPr id="148" name="Google Shape;148;p34"/>
          <p:cNvPicPr preferRelativeResize="0"/>
          <p:nvPr/>
        </p:nvPicPr>
        <p:blipFill>
          <a:blip r:embed="rId4">
            <a:alphaModFix/>
          </a:blip>
          <a:stretch>
            <a:fillRect/>
          </a:stretch>
        </p:blipFill>
        <p:spPr>
          <a:xfrm>
            <a:off x="331525" y="316000"/>
            <a:ext cx="1442700" cy="983075"/>
          </a:xfrm>
          <a:prstGeom prst="rect">
            <a:avLst/>
          </a:prstGeom>
          <a:noFill/>
          <a:ln>
            <a:noFill/>
          </a:ln>
        </p:spPr>
      </p:pic>
      <p:sp>
        <p:nvSpPr>
          <p:cNvPr id="149" name="Google Shape;149;p34"/>
          <p:cNvSpPr txBox="1"/>
          <p:nvPr/>
        </p:nvSpPr>
        <p:spPr>
          <a:xfrm>
            <a:off x="385852" y="2571749"/>
            <a:ext cx="4886100" cy="1990258"/>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400"/>
              </a:spcAft>
              <a:buNone/>
            </a:pPr>
            <a:r>
              <a:rPr lang="fr" sz="3800" dirty="0">
                <a:solidFill>
                  <a:srgbClr val="F39200"/>
                </a:solidFill>
                <a:highlight>
                  <a:srgbClr val="FFFFFF"/>
                </a:highlight>
                <a:latin typeface="Montserrat"/>
                <a:ea typeface="Montserrat"/>
                <a:cs typeface="Montserrat"/>
                <a:sym typeface="Montserrat"/>
              </a:rPr>
              <a:t>Présentation d’avancement 12/12/2025</a:t>
            </a:r>
            <a:endParaRPr sz="3800" b="1" dirty="0">
              <a:solidFill>
                <a:srgbClr val="F39200"/>
              </a:solidFill>
              <a:latin typeface="Montserrat"/>
              <a:ea typeface="Montserrat"/>
              <a:cs typeface="Montserrat"/>
              <a:sym typeface="Montserrat"/>
            </a:endParaRPr>
          </a:p>
        </p:txBody>
      </p:sp>
      <p:sp>
        <p:nvSpPr>
          <p:cNvPr id="150" name="Google Shape;150;p34"/>
          <p:cNvSpPr txBox="1"/>
          <p:nvPr/>
        </p:nvSpPr>
        <p:spPr>
          <a:xfrm>
            <a:off x="438525" y="4376800"/>
            <a:ext cx="4886100" cy="450093"/>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fr" sz="1500" dirty="0">
                <a:solidFill>
                  <a:srgbClr val="646363"/>
                </a:solidFill>
                <a:latin typeface="Montserrat"/>
                <a:ea typeface="Montserrat"/>
                <a:cs typeface="Montserrat"/>
                <a:sym typeface="Montserrat"/>
              </a:rPr>
              <a:t>Rosilia MODJO</a:t>
            </a:r>
            <a:endParaRPr sz="1500" dirty="0">
              <a:solidFill>
                <a:srgbClr val="646363"/>
              </a:solidFill>
              <a:latin typeface="Montserrat"/>
              <a:ea typeface="Montserrat"/>
              <a:cs typeface="Montserrat"/>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pic>
        <p:nvPicPr>
          <p:cNvPr id="173" name="Google Shape;173;p36"/>
          <p:cNvPicPr preferRelativeResize="0"/>
          <p:nvPr/>
        </p:nvPicPr>
        <p:blipFill>
          <a:blip r:embed="rId3">
            <a:alphaModFix/>
          </a:blip>
          <a:stretch>
            <a:fillRect/>
          </a:stretch>
        </p:blipFill>
        <p:spPr>
          <a:xfrm>
            <a:off x="1" y="0"/>
            <a:ext cx="3456553" cy="4583400"/>
          </a:xfrm>
          <a:prstGeom prst="rect">
            <a:avLst/>
          </a:prstGeom>
          <a:noFill/>
          <a:ln>
            <a:noFill/>
          </a:ln>
        </p:spPr>
      </p:pic>
      <p:sp>
        <p:nvSpPr>
          <p:cNvPr id="174" name="Google Shape;174;p36"/>
          <p:cNvSpPr/>
          <p:nvPr/>
        </p:nvSpPr>
        <p:spPr>
          <a:xfrm>
            <a:off x="3473110" y="0"/>
            <a:ext cx="5715000" cy="45834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75" name="Google Shape;175;p36"/>
          <p:cNvSpPr txBox="1"/>
          <p:nvPr/>
        </p:nvSpPr>
        <p:spPr>
          <a:xfrm>
            <a:off x="605654" y="2203235"/>
            <a:ext cx="2850900" cy="697597"/>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400"/>
              </a:spcAft>
              <a:buNone/>
            </a:pPr>
            <a:r>
              <a:rPr lang="fr" sz="3000" b="1" dirty="0">
                <a:solidFill>
                  <a:schemeClr val="lt1"/>
                </a:solidFill>
                <a:latin typeface="Montserrat"/>
                <a:ea typeface="Montserrat"/>
                <a:cs typeface="Montserrat"/>
                <a:sym typeface="Montserrat"/>
              </a:rPr>
              <a:t>SOMMAIRE</a:t>
            </a:r>
            <a:endParaRPr sz="3000" b="1" dirty="0">
              <a:solidFill>
                <a:schemeClr val="lt1"/>
              </a:solidFill>
              <a:latin typeface="Montserrat"/>
              <a:ea typeface="Montserrat"/>
              <a:cs typeface="Montserrat"/>
              <a:sym typeface="Montserrat"/>
            </a:endParaRPr>
          </a:p>
        </p:txBody>
      </p:sp>
      <p:pic>
        <p:nvPicPr>
          <p:cNvPr id="178" name="Google Shape;178;p36"/>
          <p:cNvPicPr preferRelativeResize="0"/>
          <p:nvPr/>
        </p:nvPicPr>
        <p:blipFill>
          <a:blip r:embed="rId4">
            <a:alphaModFix/>
          </a:blip>
          <a:stretch>
            <a:fillRect/>
          </a:stretch>
        </p:blipFill>
        <p:spPr>
          <a:xfrm>
            <a:off x="8035050" y="4614500"/>
            <a:ext cx="696375" cy="447700"/>
          </a:xfrm>
          <a:prstGeom prst="rect">
            <a:avLst/>
          </a:prstGeom>
          <a:noFill/>
          <a:ln>
            <a:noFill/>
          </a:ln>
        </p:spPr>
      </p:pic>
      <p:sp>
        <p:nvSpPr>
          <p:cNvPr id="184" name="Google Shape;184;p36"/>
          <p:cNvSpPr txBox="1"/>
          <p:nvPr/>
        </p:nvSpPr>
        <p:spPr>
          <a:xfrm>
            <a:off x="3909188" y="661251"/>
            <a:ext cx="594900" cy="866874"/>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400"/>
              </a:spcAft>
              <a:buNone/>
            </a:pPr>
            <a:r>
              <a:rPr lang="fr" sz="4100" b="1" dirty="0">
                <a:solidFill>
                  <a:srgbClr val="F39200"/>
                </a:solidFill>
                <a:latin typeface="Montserrat"/>
                <a:ea typeface="Montserrat"/>
                <a:cs typeface="Montserrat"/>
                <a:sym typeface="Montserrat"/>
              </a:rPr>
              <a:t>1</a:t>
            </a:r>
            <a:endParaRPr sz="4100" b="1" dirty="0">
              <a:solidFill>
                <a:srgbClr val="F39200"/>
              </a:solidFill>
              <a:latin typeface="Montserrat"/>
              <a:ea typeface="Montserrat"/>
              <a:cs typeface="Montserrat"/>
              <a:sym typeface="Montserrat"/>
            </a:endParaRPr>
          </a:p>
        </p:txBody>
      </p:sp>
      <p:sp>
        <p:nvSpPr>
          <p:cNvPr id="185" name="Google Shape;185;p36"/>
          <p:cNvSpPr txBox="1"/>
          <p:nvPr/>
        </p:nvSpPr>
        <p:spPr>
          <a:xfrm>
            <a:off x="4457300" y="794275"/>
            <a:ext cx="3813121" cy="1014606"/>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400"/>
              </a:spcAft>
              <a:buNone/>
            </a:pPr>
            <a:r>
              <a:rPr lang="fr" sz="2200" b="1" dirty="0">
                <a:solidFill>
                  <a:srgbClr val="F39200"/>
                </a:solidFill>
                <a:latin typeface="Montserrat"/>
                <a:ea typeface="Montserrat"/>
                <a:cs typeface="Montserrat"/>
                <a:sym typeface="Montserrat"/>
              </a:rPr>
              <a:t>BILAN DES TACHES A FAIRE</a:t>
            </a:r>
            <a:endParaRPr sz="2200" b="1" dirty="0">
              <a:solidFill>
                <a:srgbClr val="F39200"/>
              </a:solidFill>
              <a:latin typeface="Montserrat"/>
              <a:ea typeface="Montserrat"/>
              <a:cs typeface="Montserrat"/>
              <a:sym typeface="Montserrat"/>
            </a:endParaRPr>
          </a:p>
        </p:txBody>
      </p:sp>
      <p:sp>
        <p:nvSpPr>
          <p:cNvPr id="191" name="Google Shape;191;p36"/>
          <p:cNvSpPr txBox="1"/>
          <p:nvPr/>
        </p:nvSpPr>
        <p:spPr>
          <a:xfrm>
            <a:off x="4424048" y="2011871"/>
            <a:ext cx="3813121" cy="1014606"/>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400"/>
              </a:spcAft>
              <a:buNone/>
            </a:pPr>
            <a:r>
              <a:rPr lang="fr" sz="2200" b="1" dirty="0">
                <a:solidFill>
                  <a:srgbClr val="F39200"/>
                </a:solidFill>
                <a:latin typeface="Montserrat"/>
                <a:ea typeface="Montserrat"/>
                <a:cs typeface="Montserrat"/>
                <a:sym typeface="Montserrat"/>
              </a:rPr>
              <a:t>DETAILS DES TACHES REALISEES</a:t>
            </a:r>
            <a:endParaRPr sz="2200" b="1" dirty="0">
              <a:solidFill>
                <a:srgbClr val="F39200"/>
              </a:solidFill>
              <a:latin typeface="Montserrat"/>
              <a:ea typeface="Montserrat"/>
              <a:cs typeface="Montserrat"/>
              <a:sym typeface="Montserrat"/>
            </a:endParaRPr>
          </a:p>
        </p:txBody>
      </p:sp>
      <p:sp>
        <p:nvSpPr>
          <p:cNvPr id="2" name="ZoneTexte 1">
            <a:extLst>
              <a:ext uri="{FF2B5EF4-FFF2-40B4-BE49-F238E27FC236}">
                <a16:creationId xmlns:a16="http://schemas.microsoft.com/office/drawing/2014/main" id="{22878BCD-ACF6-15AB-128E-A6E4087A70EA}"/>
              </a:ext>
            </a:extLst>
          </p:cNvPr>
          <p:cNvSpPr txBox="1"/>
          <p:nvPr/>
        </p:nvSpPr>
        <p:spPr>
          <a:xfrm>
            <a:off x="612322" y="4597622"/>
            <a:ext cx="261257" cy="707886"/>
          </a:xfrm>
          <a:prstGeom prst="rect">
            <a:avLst/>
          </a:prstGeom>
          <a:noFill/>
        </p:spPr>
        <p:txBody>
          <a:bodyPr wrap="square">
            <a:spAutoFit/>
          </a:bodyPr>
          <a:lstStyle/>
          <a:p>
            <a:r>
              <a:rPr lang="fr-CM" sz="2000" b="1" dirty="0">
                <a:latin typeface="Aharoni" panose="020F0502020204030204" pitchFamily="2" charset="-79"/>
                <a:cs typeface="Aharoni" panose="020F0502020204030204" pitchFamily="2" charset="-79"/>
              </a:rPr>
              <a:t>1</a:t>
            </a:r>
          </a:p>
          <a:p>
            <a:endParaRPr lang="fr-CM" sz="2000" b="1" dirty="0">
              <a:latin typeface="Aharoni" panose="020F0502020204030204" pitchFamily="2" charset="-79"/>
              <a:cs typeface="Aharoni" panose="020F0502020204030204" pitchFamily="2" charset="-79"/>
            </a:endParaRPr>
          </a:p>
        </p:txBody>
      </p:sp>
      <p:sp>
        <p:nvSpPr>
          <p:cNvPr id="3" name="Google Shape;184;p36">
            <a:extLst>
              <a:ext uri="{FF2B5EF4-FFF2-40B4-BE49-F238E27FC236}">
                <a16:creationId xmlns:a16="http://schemas.microsoft.com/office/drawing/2014/main" id="{1437728D-67ED-AAFD-26FE-BFFC6782C770}"/>
              </a:ext>
            </a:extLst>
          </p:cNvPr>
          <p:cNvSpPr txBox="1"/>
          <p:nvPr/>
        </p:nvSpPr>
        <p:spPr>
          <a:xfrm>
            <a:off x="3894065" y="1849149"/>
            <a:ext cx="594900" cy="866874"/>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400"/>
              </a:spcAft>
              <a:buNone/>
            </a:pPr>
            <a:r>
              <a:rPr lang="fr" sz="4100" b="1" dirty="0">
                <a:solidFill>
                  <a:srgbClr val="F39200"/>
                </a:solidFill>
                <a:latin typeface="Montserrat"/>
                <a:ea typeface="Montserrat"/>
                <a:cs typeface="Montserrat"/>
                <a:sym typeface="Montserrat"/>
              </a:rPr>
              <a:t>2</a:t>
            </a:r>
            <a:endParaRPr sz="4100" b="1" dirty="0">
              <a:solidFill>
                <a:srgbClr val="F39200"/>
              </a:solidFill>
              <a:latin typeface="Montserrat"/>
              <a:ea typeface="Montserrat"/>
              <a:cs typeface="Montserrat"/>
              <a:sym typeface="Montserrat"/>
            </a:endParaRPr>
          </a:p>
        </p:txBody>
      </p:sp>
      <p:sp>
        <p:nvSpPr>
          <p:cNvPr id="4" name="Google Shape;184;p36">
            <a:extLst>
              <a:ext uri="{FF2B5EF4-FFF2-40B4-BE49-F238E27FC236}">
                <a16:creationId xmlns:a16="http://schemas.microsoft.com/office/drawing/2014/main" id="{7AE75580-E5DF-6EA0-EB63-11A267F60795}"/>
              </a:ext>
            </a:extLst>
          </p:cNvPr>
          <p:cNvSpPr txBox="1"/>
          <p:nvPr/>
        </p:nvSpPr>
        <p:spPr>
          <a:xfrm>
            <a:off x="3909188" y="3199769"/>
            <a:ext cx="594900" cy="866874"/>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400"/>
              </a:spcAft>
              <a:buNone/>
            </a:pPr>
            <a:r>
              <a:rPr lang="fr" sz="4100" b="1" dirty="0">
                <a:solidFill>
                  <a:srgbClr val="F39200"/>
                </a:solidFill>
                <a:latin typeface="Montserrat"/>
                <a:ea typeface="Montserrat"/>
                <a:cs typeface="Montserrat"/>
                <a:sym typeface="Montserrat"/>
              </a:rPr>
              <a:t>3</a:t>
            </a:r>
            <a:endParaRPr sz="4100" b="1" dirty="0">
              <a:solidFill>
                <a:srgbClr val="F39200"/>
              </a:solidFill>
              <a:latin typeface="Montserrat"/>
              <a:ea typeface="Montserrat"/>
              <a:cs typeface="Montserrat"/>
              <a:sym typeface="Montserrat"/>
            </a:endParaRPr>
          </a:p>
        </p:txBody>
      </p:sp>
      <p:sp>
        <p:nvSpPr>
          <p:cNvPr id="6" name="Google Shape;191;p36">
            <a:extLst>
              <a:ext uri="{FF2B5EF4-FFF2-40B4-BE49-F238E27FC236}">
                <a16:creationId xmlns:a16="http://schemas.microsoft.com/office/drawing/2014/main" id="{E247FEF7-CEA8-9364-F22A-FBD55FA44957}"/>
              </a:ext>
            </a:extLst>
          </p:cNvPr>
          <p:cNvSpPr txBox="1"/>
          <p:nvPr/>
        </p:nvSpPr>
        <p:spPr>
          <a:xfrm>
            <a:off x="4424049" y="3320571"/>
            <a:ext cx="3813121" cy="625269"/>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400"/>
              </a:spcAft>
              <a:buNone/>
            </a:pPr>
            <a:r>
              <a:rPr lang="fr" sz="2200" b="1" dirty="0">
                <a:solidFill>
                  <a:srgbClr val="F39200"/>
                </a:solidFill>
                <a:latin typeface="Montserrat"/>
                <a:ea typeface="Montserrat"/>
                <a:cs typeface="Montserrat"/>
                <a:sym typeface="Montserrat"/>
              </a:rPr>
              <a:t>TACHES A VENIR </a:t>
            </a:r>
            <a:endParaRPr sz="2200" b="1" dirty="0">
              <a:solidFill>
                <a:srgbClr val="F39200"/>
              </a:solidFill>
              <a:latin typeface="Montserrat"/>
              <a:ea typeface="Montserrat"/>
              <a:cs typeface="Montserrat"/>
              <a:sym typeface="Montserra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pic>
        <p:nvPicPr>
          <p:cNvPr id="271" name="Google Shape;271;p40"/>
          <p:cNvPicPr preferRelativeResize="0"/>
          <p:nvPr/>
        </p:nvPicPr>
        <p:blipFill>
          <a:blip r:embed="rId3">
            <a:alphaModFix/>
          </a:blip>
          <a:stretch>
            <a:fillRect/>
          </a:stretch>
        </p:blipFill>
        <p:spPr>
          <a:xfrm>
            <a:off x="5377298" y="0"/>
            <a:ext cx="3766704" cy="5143499"/>
          </a:xfrm>
          <a:prstGeom prst="rect">
            <a:avLst/>
          </a:prstGeom>
          <a:noFill/>
          <a:ln>
            <a:noFill/>
          </a:ln>
        </p:spPr>
      </p:pic>
      <p:sp>
        <p:nvSpPr>
          <p:cNvPr id="272" name="Google Shape;272;p40"/>
          <p:cNvSpPr txBox="1"/>
          <p:nvPr/>
        </p:nvSpPr>
        <p:spPr>
          <a:xfrm>
            <a:off x="438525" y="3946300"/>
            <a:ext cx="4886100" cy="646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fr" sz="3000" b="1" dirty="0">
                <a:solidFill>
                  <a:srgbClr val="636366"/>
                </a:solidFill>
                <a:latin typeface="Montserrat"/>
                <a:ea typeface="Montserrat"/>
                <a:cs typeface="Montserrat"/>
                <a:sym typeface="Montserrat"/>
              </a:rPr>
              <a:t>www.icam.fr</a:t>
            </a:r>
            <a:endParaRPr sz="3000" dirty="0">
              <a:solidFill>
                <a:srgbClr val="F39200"/>
              </a:solidFill>
              <a:latin typeface="Montserrat"/>
              <a:ea typeface="Montserrat"/>
              <a:cs typeface="Montserrat"/>
              <a:sym typeface="Montserrat"/>
            </a:endParaRPr>
          </a:p>
        </p:txBody>
      </p:sp>
      <p:sp>
        <p:nvSpPr>
          <p:cNvPr id="273" name="Google Shape;273;p40"/>
          <p:cNvSpPr txBox="1"/>
          <p:nvPr/>
        </p:nvSpPr>
        <p:spPr>
          <a:xfrm>
            <a:off x="438525" y="3414400"/>
            <a:ext cx="4886100" cy="431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fr" sz="1600" dirty="0">
                <a:solidFill>
                  <a:srgbClr val="F29403"/>
                </a:solidFill>
                <a:latin typeface="Montserrat"/>
                <a:ea typeface="Montserrat"/>
                <a:cs typeface="Montserrat"/>
                <a:sym typeface="Montserrat"/>
              </a:rPr>
              <a:t>icam.fr/reseaux-sociaux</a:t>
            </a:r>
            <a:endParaRPr sz="1600" dirty="0">
              <a:solidFill>
                <a:srgbClr val="646363"/>
              </a:solidFill>
              <a:latin typeface="Montserrat"/>
              <a:ea typeface="Montserrat"/>
              <a:cs typeface="Montserrat"/>
              <a:sym typeface="Montserrat"/>
            </a:endParaRPr>
          </a:p>
        </p:txBody>
      </p:sp>
      <p:pic>
        <p:nvPicPr>
          <p:cNvPr id="274" name="Google Shape;274;p40"/>
          <p:cNvPicPr preferRelativeResize="0"/>
          <p:nvPr/>
        </p:nvPicPr>
        <p:blipFill>
          <a:blip r:embed="rId4">
            <a:alphaModFix/>
          </a:blip>
          <a:stretch>
            <a:fillRect/>
          </a:stretch>
        </p:blipFill>
        <p:spPr>
          <a:xfrm>
            <a:off x="438525" y="3017909"/>
            <a:ext cx="478471" cy="474131"/>
          </a:xfrm>
          <a:prstGeom prst="rect">
            <a:avLst/>
          </a:prstGeom>
          <a:noFill/>
          <a:ln>
            <a:noFill/>
          </a:ln>
        </p:spPr>
      </p:pic>
      <p:pic>
        <p:nvPicPr>
          <p:cNvPr id="275" name="Google Shape;275;p40"/>
          <p:cNvPicPr preferRelativeResize="0"/>
          <p:nvPr/>
        </p:nvPicPr>
        <p:blipFill>
          <a:blip r:embed="rId5">
            <a:alphaModFix/>
          </a:blip>
          <a:stretch>
            <a:fillRect/>
          </a:stretch>
        </p:blipFill>
        <p:spPr>
          <a:xfrm>
            <a:off x="916998" y="2990350"/>
            <a:ext cx="478471" cy="474131"/>
          </a:xfrm>
          <a:prstGeom prst="rect">
            <a:avLst/>
          </a:prstGeom>
          <a:noFill/>
          <a:ln>
            <a:noFill/>
          </a:ln>
        </p:spPr>
      </p:pic>
      <p:pic>
        <p:nvPicPr>
          <p:cNvPr id="276" name="Google Shape;276;p40"/>
          <p:cNvPicPr preferRelativeResize="0"/>
          <p:nvPr/>
        </p:nvPicPr>
        <p:blipFill>
          <a:blip r:embed="rId6">
            <a:alphaModFix/>
          </a:blip>
          <a:stretch>
            <a:fillRect/>
          </a:stretch>
        </p:blipFill>
        <p:spPr>
          <a:xfrm>
            <a:off x="1367929" y="2990344"/>
            <a:ext cx="478471" cy="474131"/>
          </a:xfrm>
          <a:prstGeom prst="rect">
            <a:avLst/>
          </a:prstGeom>
          <a:noFill/>
          <a:ln>
            <a:noFill/>
          </a:ln>
        </p:spPr>
      </p:pic>
      <p:pic>
        <p:nvPicPr>
          <p:cNvPr id="277" name="Google Shape;277;p40"/>
          <p:cNvPicPr preferRelativeResize="0"/>
          <p:nvPr/>
        </p:nvPicPr>
        <p:blipFill>
          <a:blip r:embed="rId7">
            <a:alphaModFix/>
          </a:blip>
          <a:stretch>
            <a:fillRect/>
          </a:stretch>
        </p:blipFill>
        <p:spPr>
          <a:xfrm>
            <a:off x="1926304" y="3017911"/>
            <a:ext cx="478471" cy="474131"/>
          </a:xfrm>
          <a:prstGeom prst="rect">
            <a:avLst/>
          </a:prstGeom>
          <a:noFill/>
          <a:ln>
            <a:noFill/>
          </a:ln>
        </p:spPr>
      </p:pic>
      <p:sp>
        <p:nvSpPr>
          <p:cNvPr id="2" name="Google Shape;272;p40">
            <a:extLst>
              <a:ext uri="{FF2B5EF4-FFF2-40B4-BE49-F238E27FC236}">
                <a16:creationId xmlns:a16="http://schemas.microsoft.com/office/drawing/2014/main" id="{4D003C2F-3386-71E6-B25D-2F94677C17C7}"/>
              </a:ext>
            </a:extLst>
          </p:cNvPr>
          <p:cNvSpPr txBox="1"/>
          <p:nvPr/>
        </p:nvSpPr>
        <p:spPr>
          <a:xfrm>
            <a:off x="2002253" y="1205475"/>
            <a:ext cx="4886100" cy="1600408"/>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fr" sz="4000" b="1" dirty="0">
                <a:solidFill>
                  <a:srgbClr val="636366"/>
                </a:solidFill>
                <a:latin typeface="Montserrat"/>
                <a:ea typeface="Montserrat"/>
                <a:cs typeface="Montserrat"/>
                <a:sym typeface="Montserrat"/>
              </a:rPr>
              <a:t>BILAN DES TACHES A FAIRE</a:t>
            </a:r>
            <a:endParaRPr sz="4000" dirty="0">
              <a:solidFill>
                <a:srgbClr val="F39200"/>
              </a:solidFill>
              <a:latin typeface="Montserrat"/>
              <a:ea typeface="Montserrat"/>
              <a:cs typeface="Montserrat"/>
              <a:sym typeface="Montserrat"/>
            </a:endParaRPr>
          </a:p>
        </p:txBody>
      </p:sp>
      <p:sp>
        <p:nvSpPr>
          <p:cNvPr id="8" name="ZoneTexte 7">
            <a:extLst>
              <a:ext uri="{FF2B5EF4-FFF2-40B4-BE49-F238E27FC236}">
                <a16:creationId xmlns:a16="http://schemas.microsoft.com/office/drawing/2014/main" id="{09D139B3-B71C-2712-1480-1C4ED361F9F1}"/>
              </a:ext>
            </a:extLst>
          </p:cNvPr>
          <p:cNvSpPr txBox="1"/>
          <p:nvPr/>
        </p:nvSpPr>
        <p:spPr>
          <a:xfrm>
            <a:off x="590424" y="4592800"/>
            <a:ext cx="653143" cy="400110"/>
          </a:xfrm>
          <a:prstGeom prst="rect">
            <a:avLst/>
          </a:prstGeom>
          <a:noFill/>
        </p:spPr>
        <p:txBody>
          <a:bodyPr wrap="square">
            <a:spAutoFit/>
          </a:bodyPr>
          <a:lstStyle/>
          <a:p>
            <a:r>
              <a:rPr lang="fr-CM" sz="2000" b="1" dirty="0">
                <a:latin typeface="Aharoni" panose="020F0502020204030204" pitchFamily="2" charset="-79"/>
                <a:cs typeface="Aharoni" panose="020F0502020204030204" pitchFamily="2" charset="-79"/>
              </a:rPr>
              <a:t>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088A3-99A7-6A2B-FD1C-64AAA8BCFD31}"/>
            </a:ext>
          </a:extLst>
        </p:cNvPr>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27FBB9F4-11C4-52BC-E055-3ED9AA2D23FD}"/>
              </a:ext>
            </a:extLst>
          </p:cNvPr>
          <p:cNvSpPr>
            <a:spLocks noGrp="1"/>
          </p:cNvSpPr>
          <p:nvPr>
            <p:ph type="body" idx="1"/>
          </p:nvPr>
        </p:nvSpPr>
        <p:spPr/>
        <p:txBody>
          <a:bodyPr>
            <a:normAutofit/>
          </a:bodyPr>
          <a:lstStyle/>
          <a:p>
            <a:pPr marL="514350" indent="-285750">
              <a:buFont typeface="Arial" panose="020B0604020202020204" pitchFamily="34" charset="0"/>
              <a:buChar char="•"/>
            </a:pPr>
            <a:r>
              <a:rPr lang="fr-CM" b="1" dirty="0">
                <a:latin typeface="Montserrat" panose="00000500000000000000" pitchFamily="2" charset="0"/>
              </a:rPr>
              <a:t>Ne plus stocker la courbe en cas d’erreur</a:t>
            </a:r>
          </a:p>
          <a:p>
            <a:pPr marL="514350" indent="-285750">
              <a:buFont typeface="Arial" panose="020B0604020202020204" pitchFamily="34" charset="0"/>
              <a:buChar char="•"/>
            </a:pPr>
            <a:r>
              <a:rPr lang="fr-CM" dirty="0">
                <a:latin typeface="Montserrat" panose="00000500000000000000" pitchFamily="2" charset="0"/>
              </a:rPr>
              <a:t>Ajuster l’affichage et la position de la légende</a:t>
            </a:r>
          </a:p>
          <a:p>
            <a:pPr marL="514350" indent="-285750">
              <a:buFont typeface="Arial" panose="020B0604020202020204" pitchFamily="34" charset="0"/>
              <a:buChar char="•"/>
            </a:pPr>
            <a:r>
              <a:rPr lang="fr-CM" b="1" dirty="0">
                <a:latin typeface="Montserrat" panose="00000500000000000000" pitchFamily="2" charset="0"/>
              </a:rPr>
              <a:t>Pouvoir supprimer une courbe parmi celles superposées </a:t>
            </a:r>
          </a:p>
          <a:p>
            <a:pPr marL="514350" indent="-285750">
              <a:buFont typeface="Arial" panose="020B0604020202020204" pitchFamily="34" charset="0"/>
              <a:buChar char="•"/>
            </a:pPr>
            <a:r>
              <a:rPr lang="fr-CM" b="1" dirty="0">
                <a:latin typeface="Montserrat" panose="00000500000000000000" pitchFamily="2" charset="0"/>
              </a:rPr>
              <a:t>Afficher un message de chargement à l’utilisateur lors de la génération de la surface de mer </a:t>
            </a:r>
          </a:p>
          <a:p>
            <a:pPr marL="514350" indent="-285750">
              <a:buFont typeface="Arial" panose="020B0604020202020204" pitchFamily="34" charset="0"/>
              <a:buChar char="•"/>
            </a:pPr>
            <a:r>
              <a:rPr lang="fr-CM" dirty="0">
                <a:latin typeface="Montserrat" panose="00000500000000000000" pitchFamily="2" charset="0"/>
              </a:rPr>
              <a:t>Afficher la longueur d’onde correspondante à la fréquence entrée par l’utilisateur </a:t>
            </a:r>
          </a:p>
          <a:p>
            <a:pPr marL="514350" indent="-285750">
              <a:buFont typeface="Arial" panose="020B0604020202020204" pitchFamily="34" charset="0"/>
              <a:buChar char="•"/>
            </a:pPr>
            <a:r>
              <a:rPr lang="fr-CM" b="1" dirty="0">
                <a:latin typeface="Montserrat" panose="00000500000000000000" pitchFamily="2" charset="0"/>
              </a:rPr>
              <a:t>Exporter la surface générée aux formats .csv, .mat et .png </a:t>
            </a:r>
          </a:p>
          <a:p>
            <a:pPr marL="514350" indent="-285750">
              <a:buFont typeface="Arial" panose="020B0604020202020204" pitchFamily="34" charset="0"/>
              <a:buChar char="•"/>
            </a:pPr>
            <a:r>
              <a:rPr lang="fr-CM" dirty="0">
                <a:latin typeface="Montserrat" panose="00000500000000000000" pitchFamily="2" charset="0"/>
              </a:rPr>
              <a:t>Pouvoir choisir si on exporte en .csv ou .mat la/les courbe(s) NRCS </a:t>
            </a:r>
          </a:p>
          <a:p>
            <a:pPr marL="514350" indent="-285750">
              <a:buFont typeface="Arial" panose="020B0604020202020204" pitchFamily="34" charset="0"/>
              <a:buChar char="•"/>
            </a:pPr>
            <a:endParaRPr lang="fr-CM" i="1" dirty="0">
              <a:latin typeface="Montserrat" panose="00000500000000000000" pitchFamily="2" charset="0"/>
            </a:endParaRPr>
          </a:p>
        </p:txBody>
      </p:sp>
      <p:sp>
        <p:nvSpPr>
          <p:cNvPr id="4" name="Espace réservé du texte 3">
            <a:extLst>
              <a:ext uri="{FF2B5EF4-FFF2-40B4-BE49-F238E27FC236}">
                <a16:creationId xmlns:a16="http://schemas.microsoft.com/office/drawing/2014/main" id="{E878FF3D-2C44-82FF-FE6C-EC1026522AE9}"/>
              </a:ext>
            </a:extLst>
          </p:cNvPr>
          <p:cNvSpPr>
            <a:spLocks noGrp="1"/>
          </p:cNvSpPr>
          <p:nvPr>
            <p:ph type="body" idx="2"/>
          </p:nvPr>
        </p:nvSpPr>
        <p:spPr>
          <a:xfrm>
            <a:off x="344897" y="4516088"/>
            <a:ext cx="1100182" cy="627412"/>
          </a:xfrm>
        </p:spPr>
        <p:txBody>
          <a:bodyPr>
            <a:noAutofit/>
          </a:bodyPr>
          <a:lstStyle/>
          <a:p>
            <a:r>
              <a:rPr lang="fr-CM" sz="2000" b="1" dirty="0">
                <a:latin typeface="Aharoni" panose="020F0502020204030204" pitchFamily="2" charset="-79"/>
                <a:cs typeface="Aharoni" panose="020F0502020204030204" pitchFamily="2" charset="-79"/>
              </a:rPr>
              <a:t>3</a:t>
            </a:r>
          </a:p>
          <a:p>
            <a:endParaRPr lang="fr-CM" sz="2000" b="1" dirty="0">
              <a:latin typeface="Aharoni" panose="020F0502020204030204" pitchFamily="2" charset="-79"/>
              <a:cs typeface="Aharoni" panose="020F0502020204030204" pitchFamily="2" charset="-79"/>
            </a:endParaRPr>
          </a:p>
        </p:txBody>
      </p:sp>
      <p:sp>
        <p:nvSpPr>
          <p:cNvPr id="2" name="Titre 1">
            <a:extLst>
              <a:ext uri="{FF2B5EF4-FFF2-40B4-BE49-F238E27FC236}">
                <a16:creationId xmlns:a16="http://schemas.microsoft.com/office/drawing/2014/main" id="{E1E355EB-8F4F-3CA5-AB78-57A0C563F8A3}"/>
              </a:ext>
            </a:extLst>
          </p:cNvPr>
          <p:cNvSpPr>
            <a:spLocks noGrp="1"/>
          </p:cNvSpPr>
          <p:nvPr>
            <p:ph type="title"/>
          </p:nvPr>
        </p:nvSpPr>
        <p:spPr>
          <a:xfrm>
            <a:off x="482600" y="214988"/>
            <a:ext cx="7508700" cy="458400"/>
          </a:xfrm>
        </p:spPr>
        <p:txBody>
          <a:bodyPr>
            <a:normAutofit fontScale="90000"/>
          </a:bodyPr>
          <a:lstStyle/>
          <a:p>
            <a:pPr lvl="0" algn="ctr">
              <a:lnSpc>
                <a:spcPct val="115000"/>
              </a:lnSpc>
            </a:pPr>
            <a:r>
              <a:rPr lang="fr-FR" b="1" dirty="0">
                <a:solidFill>
                  <a:srgbClr val="636366"/>
                </a:solidFill>
                <a:latin typeface="Montserrat"/>
                <a:ea typeface="Montserrat"/>
                <a:cs typeface="Montserrat"/>
                <a:sym typeface="Montserrat"/>
              </a:rPr>
              <a:t>BILAN DES TACHES A FAIRE</a:t>
            </a:r>
            <a:endParaRPr lang="fr-FR" dirty="0">
              <a:solidFill>
                <a:srgbClr val="F39200"/>
              </a:solidFill>
              <a:latin typeface="Montserrat"/>
              <a:ea typeface="Montserrat"/>
              <a:cs typeface="Montserrat"/>
              <a:sym typeface="Montserrat"/>
            </a:endParaRPr>
          </a:p>
        </p:txBody>
      </p:sp>
    </p:spTree>
    <p:extLst>
      <p:ext uri="{BB962C8B-B14F-4D97-AF65-F5344CB8AC3E}">
        <p14:creationId xmlns:p14="http://schemas.microsoft.com/office/powerpoint/2010/main" val="3624069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15E33-F66D-05DF-6093-C179A84BE94C}"/>
            </a:ext>
          </a:extLst>
        </p:cNvPr>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759E724D-131A-FDB2-E4F9-71C7EFF0A330}"/>
              </a:ext>
            </a:extLst>
          </p:cNvPr>
          <p:cNvSpPr>
            <a:spLocks noGrp="1"/>
          </p:cNvSpPr>
          <p:nvPr>
            <p:ph type="body" idx="1"/>
          </p:nvPr>
        </p:nvSpPr>
        <p:spPr/>
        <p:txBody>
          <a:bodyPr>
            <a:normAutofit/>
          </a:bodyPr>
          <a:lstStyle/>
          <a:p>
            <a:pPr marL="514350" indent="-285750">
              <a:buFont typeface="Arial" panose="020B0604020202020204" pitchFamily="34" charset="0"/>
              <a:buChar char="•"/>
            </a:pPr>
            <a:r>
              <a:rPr lang="fr-CM" b="1" dirty="0">
                <a:latin typeface="Montserrat" panose="00000500000000000000" pitchFamily="2" charset="0"/>
              </a:rPr>
              <a:t>Augmenter la police  de l’interface en général</a:t>
            </a:r>
          </a:p>
          <a:p>
            <a:pPr marL="514350" indent="-285750">
              <a:buFont typeface="Arial" panose="020B0604020202020204" pitchFamily="34" charset="0"/>
              <a:buChar char="•"/>
            </a:pPr>
            <a:r>
              <a:rPr lang="fr-CM" b="1" dirty="0">
                <a:latin typeface="Montserrat" panose="00000500000000000000" pitchFamily="2" charset="0"/>
              </a:rPr>
              <a:t>Ajouter K0surKC comme paramètre sur l’interface </a:t>
            </a:r>
          </a:p>
          <a:p>
            <a:pPr marL="514350" indent="-285750">
              <a:buFont typeface="Arial" panose="020B0604020202020204" pitchFamily="34" charset="0"/>
              <a:buChar char="•"/>
            </a:pPr>
            <a:r>
              <a:rPr lang="fr-CM" b="1" dirty="0">
                <a:latin typeface="Montserrat" panose="00000500000000000000" pitchFamily="2" charset="0"/>
              </a:rPr>
              <a:t>Repasser à 70° pour le modèle SSA1 </a:t>
            </a:r>
          </a:p>
          <a:p>
            <a:pPr marL="514350" indent="-285750">
              <a:buFont typeface="Arial" panose="020B0604020202020204" pitchFamily="34" charset="0"/>
              <a:buChar char="•"/>
            </a:pPr>
            <a:r>
              <a:rPr lang="fr-CM" b="1" dirty="0">
                <a:latin typeface="Montserrat" panose="00000500000000000000" pitchFamily="2" charset="0"/>
              </a:rPr>
              <a:t>Implémenter le modèle statistique GO1sh à l’interface </a:t>
            </a:r>
          </a:p>
          <a:p>
            <a:pPr marL="514350" indent="-285750">
              <a:buFont typeface="Arial" panose="020B0604020202020204" pitchFamily="34" charset="0"/>
              <a:buChar char="•"/>
            </a:pPr>
            <a:r>
              <a:rPr lang="fr-CM" dirty="0">
                <a:latin typeface="Montserrat" panose="00000500000000000000" pitchFamily="2" charset="0"/>
              </a:rPr>
              <a:t>Optimiser la gestion mémoire en anticipant la taille maximale en tenant compte des matrices créées au cours du calcul </a:t>
            </a:r>
          </a:p>
          <a:p>
            <a:pPr marL="514350" indent="-285750">
              <a:buFont typeface="Arial" panose="020B0604020202020204" pitchFamily="34" charset="0"/>
              <a:buChar char="•"/>
            </a:pPr>
            <a:r>
              <a:rPr lang="fr-CM" b="1" dirty="0">
                <a:latin typeface="Montserrat" panose="00000500000000000000" pitchFamily="2" charset="0"/>
              </a:rPr>
              <a:t>Implémenter la v3 de la fonction de génération de surface </a:t>
            </a:r>
          </a:p>
        </p:txBody>
      </p:sp>
      <p:sp>
        <p:nvSpPr>
          <p:cNvPr id="4" name="Espace réservé du texte 3">
            <a:extLst>
              <a:ext uri="{FF2B5EF4-FFF2-40B4-BE49-F238E27FC236}">
                <a16:creationId xmlns:a16="http://schemas.microsoft.com/office/drawing/2014/main" id="{CA87DE99-FBC0-C289-AAC9-D7F80E4FA5D6}"/>
              </a:ext>
            </a:extLst>
          </p:cNvPr>
          <p:cNvSpPr>
            <a:spLocks noGrp="1"/>
          </p:cNvSpPr>
          <p:nvPr>
            <p:ph type="body" idx="2"/>
          </p:nvPr>
        </p:nvSpPr>
        <p:spPr>
          <a:xfrm>
            <a:off x="344897" y="4516088"/>
            <a:ext cx="1100182" cy="627412"/>
          </a:xfrm>
        </p:spPr>
        <p:txBody>
          <a:bodyPr>
            <a:noAutofit/>
          </a:bodyPr>
          <a:lstStyle/>
          <a:p>
            <a:r>
              <a:rPr lang="fr-CM" sz="2000" b="1" dirty="0">
                <a:latin typeface="Aharoni" panose="020F0502020204030204" pitchFamily="2" charset="-79"/>
                <a:cs typeface="Aharoni" panose="020F0502020204030204" pitchFamily="2" charset="-79"/>
              </a:rPr>
              <a:t>3</a:t>
            </a:r>
          </a:p>
          <a:p>
            <a:endParaRPr lang="fr-CM" sz="2000" b="1" dirty="0">
              <a:latin typeface="Aharoni" panose="020F0502020204030204" pitchFamily="2" charset="-79"/>
              <a:cs typeface="Aharoni" panose="020F0502020204030204" pitchFamily="2" charset="-79"/>
            </a:endParaRPr>
          </a:p>
        </p:txBody>
      </p:sp>
      <p:sp>
        <p:nvSpPr>
          <p:cNvPr id="2" name="Titre 1">
            <a:extLst>
              <a:ext uri="{FF2B5EF4-FFF2-40B4-BE49-F238E27FC236}">
                <a16:creationId xmlns:a16="http://schemas.microsoft.com/office/drawing/2014/main" id="{DC397ED4-A397-C58B-70F5-2C568317E7B8}"/>
              </a:ext>
            </a:extLst>
          </p:cNvPr>
          <p:cNvSpPr>
            <a:spLocks noGrp="1"/>
          </p:cNvSpPr>
          <p:nvPr>
            <p:ph type="title"/>
          </p:nvPr>
        </p:nvSpPr>
        <p:spPr>
          <a:xfrm>
            <a:off x="482600" y="214988"/>
            <a:ext cx="7508700" cy="458400"/>
          </a:xfrm>
        </p:spPr>
        <p:txBody>
          <a:bodyPr>
            <a:normAutofit fontScale="90000"/>
          </a:bodyPr>
          <a:lstStyle/>
          <a:p>
            <a:pPr algn="ctr"/>
            <a:r>
              <a:rPr lang="fr-FR" b="1" dirty="0">
                <a:solidFill>
                  <a:srgbClr val="636366"/>
                </a:solidFill>
                <a:latin typeface="Montserrat"/>
                <a:ea typeface="Montserrat"/>
                <a:cs typeface="Montserrat"/>
                <a:sym typeface="Montserrat"/>
              </a:rPr>
              <a:t>BILAN DES TACHES A FAIRE</a:t>
            </a:r>
            <a:endParaRPr lang="fr-CM" dirty="0"/>
          </a:p>
        </p:txBody>
      </p:sp>
    </p:spTree>
    <p:extLst>
      <p:ext uri="{BB962C8B-B14F-4D97-AF65-F5344CB8AC3E}">
        <p14:creationId xmlns:p14="http://schemas.microsoft.com/office/powerpoint/2010/main" val="6969103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4815E-C524-4B66-17FB-9C3B4A7B69AB}"/>
            </a:ext>
          </a:extLst>
        </p:cNvPr>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0D23DC9C-BB94-0A99-51B0-94836E4BD731}"/>
              </a:ext>
            </a:extLst>
          </p:cNvPr>
          <p:cNvSpPr>
            <a:spLocks noGrp="1"/>
          </p:cNvSpPr>
          <p:nvPr>
            <p:ph type="body" idx="1"/>
          </p:nvPr>
        </p:nvSpPr>
        <p:spPr/>
        <p:txBody>
          <a:bodyPr>
            <a:normAutofit/>
          </a:bodyPr>
          <a:lstStyle/>
          <a:p>
            <a:pPr marL="514350" indent="-285750">
              <a:buFont typeface="Arial" panose="020B0604020202020204" pitchFamily="34" charset="0"/>
              <a:buChar char="•"/>
            </a:pPr>
            <a:r>
              <a:rPr lang="fr-CM" dirty="0">
                <a:latin typeface="Montserrat" panose="00000500000000000000" pitchFamily="2" charset="0"/>
              </a:rPr>
              <a:t>Rédiger le rapport technique  </a:t>
            </a:r>
            <a:r>
              <a:rPr lang="fr-CM" b="1" i="1" dirty="0">
                <a:latin typeface="Montserrat" panose="00000500000000000000" pitchFamily="2" charset="0"/>
              </a:rPr>
              <a:t>(19/12)</a:t>
            </a:r>
          </a:p>
          <a:p>
            <a:pPr marL="514350" indent="-285750">
              <a:buFont typeface="Arial" panose="020B0604020202020204" pitchFamily="34" charset="0"/>
              <a:buChar char="•"/>
            </a:pPr>
            <a:r>
              <a:rPr lang="fr-CM" dirty="0">
                <a:latin typeface="Montserrat" panose="00000500000000000000" pitchFamily="2" charset="0"/>
              </a:rPr>
              <a:t>Rédiger le rapport de stage </a:t>
            </a:r>
            <a:r>
              <a:rPr lang="fr-CM" b="1" i="1" dirty="0">
                <a:latin typeface="Montserrat" panose="00000500000000000000" pitchFamily="2" charset="0"/>
              </a:rPr>
              <a:t>( 09/01)</a:t>
            </a:r>
          </a:p>
          <a:p>
            <a:pPr marL="514350" indent="-285750">
              <a:buFont typeface="Arial" panose="020B0604020202020204" pitchFamily="34" charset="0"/>
              <a:buChar char="•"/>
            </a:pPr>
            <a:r>
              <a:rPr lang="fr-CM" dirty="0">
                <a:latin typeface="Montserrat" panose="00000500000000000000" pitchFamily="2" charset="0"/>
              </a:rPr>
              <a:t>Préparer la soutenance de fin </a:t>
            </a:r>
            <a:r>
              <a:rPr lang="fr-CM" b="1" i="1" dirty="0">
                <a:latin typeface="Montserrat" panose="00000500000000000000" pitchFamily="2" charset="0"/>
              </a:rPr>
              <a:t>( 12/01)</a:t>
            </a:r>
          </a:p>
          <a:p>
            <a:pPr marL="228600" indent="0"/>
            <a:endParaRPr lang="fr-CM" dirty="0">
              <a:latin typeface="Montserrat" panose="00000500000000000000" pitchFamily="2" charset="0"/>
            </a:endParaRPr>
          </a:p>
          <a:p>
            <a:pPr marL="514350" indent="-285750">
              <a:buFont typeface="Arial" panose="020B0604020202020204" pitchFamily="34" charset="0"/>
              <a:buChar char="•"/>
            </a:pPr>
            <a:endParaRPr lang="fr-CM" dirty="0">
              <a:latin typeface="Montserrat" panose="00000500000000000000" pitchFamily="2" charset="0"/>
            </a:endParaRPr>
          </a:p>
        </p:txBody>
      </p:sp>
      <p:sp>
        <p:nvSpPr>
          <p:cNvPr id="4" name="Espace réservé du texte 3">
            <a:extLst>
              <a:ext uri="{FF2B5EF4-FFF2-40B4-BE49-F238E27FC236}">
                <a16:creationId xmlns:a16="http://schemas.microsoft.com/office/drawing/2014/main" id="{5E335E1C-6E3B-4C6F-D06E-50892349AC47}"/>
              </a:ext>
            </a:extLst>
          </p:cNvPr>
          <p:cNvSpPr>
            <a:spLocks noGrp="1"/>
          </p:cNvSpPr>
          <p:nvPr>
            <p:ph type="body" idx="2"/>
          </p:nvPr>
        </p:nvSpPr>
        <p:spPr>
          <a:xfrm>
            <a:off x="344897" y="4516088"/>
            <a:ext cx="1100182" cy="627412"/>
          </a:xfrm>
        </p:spPr>
        <p:txBody>
          <a:bodyPr>
            <a:noAutofit/>
          </a:bodyPr>
          <a:lstStyle/>
          <a:p>
            <a:r>
              <a:rPr lang="fr-CM" sz="2000" b="1" dirty="0">
                <a:latin typeface="Aharoni" panose="020F0502020204030204" pitchFamily="2" charset="-79"/>
                <a:cs typeface="Aharoni" panose="020F0502020204030204" pitchFamily="2" charset="-79"/>
              </a:rPr>
              <a:t>3</a:t>
            </a:r>
          </a:p>
          <a:p>
            <a:endParaRPr lang="fr-CM" sz="2000" b="1" dirty="0">
              <a:latin typeface="Aharoni" panose="020F0502020204030204" pitchFamily="2" charset="-79"/>
              <a:cs typeface="Aharoni" panose="020F0502020204030204" pitchFamily="2" charset="-79"/>
            </a:endParaRPr>
          </a:p>
        </p:txBody>
      </p:sp>
      <p:sp>
        <p:nvSpPr>
          <p:cNvPr id="2" name="Titre 1">
            <a:extLst>
              <a:ext uri="{FF2B5EF4-FFF2-40B4-BE49-F238E27FC236}">
                <a16:creationId xmlns:a16="http://schemas.microsoft.com/office/drawing/2014/main" id="{D4B95D09-21D5-3D27-3CE6-6050FDBBAE65}"/>
              </a:ext>
            </a:extLst>
          </p:cNvPr>
          <p:cNvSpPr>
            <a:spLocks noGrp="1"/>
          </p:cNvSpPr>
          <p:nvPr>
            <p:ph type="title"/>
          </p:nvPr>
        </p:nvSpPr>
        <p:spPr>
          <a:xfrm>
            <a:off x="482600" y="214988"/>
            <a:ext cx="7508700" cy="458400"/>
          </a:xfrm>
        </p:spPr>
        <p:txBody>
          <a:bodyPr>
            <a:normAutofit fontScale="90000"/>
          </a:bodyPr>
          <a:lstStyle/>
          <a:p>
            <a:pPr algn="ctr"/>
            <a:r>
              <a:rPr lang="fr-CM" dirty="0"/>
              <a:t>DEADLINES </a:t>
            </a:r>
          </a:p>
        </p:txBody>
      </p:sp>
    </p:spTree>
    <p:extLst>
      <p:ext uri="{BB962C8B-B14F-4D97-AF65-F5344CB8AC3E}">
        <p14:creationId xmlns:p14="http://schemas.microsoft.com/office/powerpoint/2010/main" val="7989215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0">
          <a:extLst>
            <a:ext uri="{FF2B5EF4-FFF2-40B4-BE49-F238E27FC236}">
              <a16:creationId xmlns:a16="http://schemas.microsoft.com/office/drawing/2014/main" id="{857A21E4-36FB-45A4-B653-0885D491669B}"/>
            </a:ext>
          </a:extLst>
        </p:cNvPr>
        <p:cNvGrpSpPr/>
        <p:nvPr/>
      </p:nvGrpSpPr>
      <p:grpSpPr>
        <a:xfrm>
          <a:off x="0" y="0"/>
          <a:ext cx="0" cy="0"/>
          <a:chOff x="0" y="0"/>
          <a:chExt cx="0" cy="0"/>
        </a:xfrm>
      </p:grpSpPr>
      <p:pic>
        <p:nvPicPr>
          <p:cNvPr id="271" name="Google Shape;271;p40">
            <a:extLst>
              <a:ext uri="{FF2B5EF4-FFF2-40B4-BE49-F238E27FC236}">
                <a16:creationId xmlns:a16="http://schemas.microsoft.com/office/drawing/2014/main" id="{48129860-581C-B2D7-2E17-129CA8B245BA}"/>
              </a:ext>
            </a:extLst>
          </p:cNvPr>
          <p:cNvPicPr preferRelativeResize="0"/>
          <p:nvPr/>
        </p:nvPicPr>
        <p:blipFill>
          <a:blip r:embed="rId3">
            <a:alphaModFix/>
          </a:blip>
          <a:stretch>
            <a:fillRect/>
          </a:stretch>
        </p:blipFill>
        <p:spPr>
          <a:xfrm>
            <a:off x="5377298" y="0"/>
            <a:ext cx="3766704" cy="5143499"/>
          </a:xfrm>
          <a:prstGeom prst="rect">
            <a:avLst/>
          </a:prstGeom>
          <a:noFill/>
          <a:ln>
            <a:noFill/>
          </a:ln>
        </p:spPr>
      </p:pic>
      <p:sp>
        <p:nvSpPr>
          <p:cNvPr id="273" name="Google Shape;273;p40">
            <a:extLst>
              <a:ext uri="{FF2B5EF4-FFF2-40B4-BE49-F238E27FC236}">
                <a16:creationId xmlns:a16="http://schemas.microsoft.com/office/drawing/2014/main" id="{F7948FE7-1B59-CF82-E3A3-164F1DEBAF7C}"/>
              </a:ext>
            </a:extLst>
          </p:cNvPr>
          <p:cNvSpPr txBox="1"/>
          <p:nvPr/>
        </p:nvSpPr>
        <p:spPr>
          <a:xfrm>
            <a:off x="867383" y="4561810"/>
            <a:ext cx="4886100" cy="431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fr" sz="1600" dirty="0">
                <a:solidFill>
                  <a:srgbClr val="F29403"/>
                </a:solidFill>
                <a:latin typeface="Montserrat"/>
                <a:ea typeface="Montserrat"/>
                <a:cs typeface="Montserrat"/>
                <a:sym typeface="Montserrat"/>
              </a:rPr>
              <a:t>icam.fr/reseaux-sociaux</a:t>
            </a:r>
            <a:endParaRPr sz="1600" dirty="0">
              <a:solidFill>
                <a:srgbClr val="646363"/>
              </a:solidFill>
              <a:latin typeface="Montserrat"/>
              <a:ea typeface="Montserrat"/>
              <a:cs typeface="Montserrat"/>
              <a:sym typeface="Montserrat"/>
            </a:endParaRPr>
          </a:p>
        </p:txBody>
      </p:sp>
      <p:sp>
        <p:nvSpPr>
          <p:cNvPr id="2" name="Google Shape;272;p40">
            <a:extLst>
              <a:ext uri="{FF2B5EF4-FFF2-40B4-BE49-F238E27FC236}">
                <a16:creationId xmlns:a16="http://schemas.microsoft.com/office/drawing/2014/main" id="{D78742D0-C620-9378-FBDD-AB3126D1351B}"/>
              </a:ext>
            </a:extLst>
          </p:cNvPr>
          <p:cNvSpPr txBox="1"/>
          <p:nvPr/>
        </p:nvSpPr>
        <p:spPr>
          <a:xfrm>
            <a:off x="460146" y="1855163"/>
            <a:ext cx="6613114" cy="1467038"/>
          </a:xfrm>
          <a:prstGeom prst="rect">
            <a:avLst/>
          </a:prstGeom>
          <a:noFill/>
          <a:ln>
            <a:noFill/>
          </a:ln>
        </p:spPr>
        <p:txBody>
          <a:bodyPr spcFirstLastPara="1" wrap="square" lIns="91425" tIns="91425" rIns="91425" bIns="91425" anchor="t" anchorCtr="0">
            <a:spAutoFit/>
          </a:bodyPr>
          <a:lstStyle/>
          <a:p>
            <a:pPr lvl="0" algn="ctr">
              <a:spcAft>
                <a:spcPts val="400"/>
              </a:spcAft>
            </a:pPr>
            <a:r>
              <a:rPr lang="fr-FR" sz="4000" b="1" dirty="0">
                <a:solidFill>
                  <a:schemeClr val="tx1"/>
                </a:solidFill>
                <a:latin typeface="Montserrat"/>
                <a:ea typeface="Montserrat"/>
                <a:cs typeface="Montserrat"/>
                <a:sym typeface="Montserrat"/>
              </a:rPr>
              <a:t>DETAILS DES TACHES  REALISEES</a:t>
            </a:r>
          </a:p>
        </p:txBody>
      </p:sp>
      <p:sp>
        <p:nvSpPr>
          <p:cNvPr id="8" name="ZoneTexte 7">
            <a:extLst>
              <a:ext uri="{FF2B5EF4-FFF2-40B4-BE49-F238E27FC236}">
                <a16:creationId xmlns:a16="http://schemas.microsoft.com/office/drawing/2014/main" id="{F09FD26D-2DE7-631D-8069-47A7455C2F30}"/>
              </a:ext>
            </a:extLst>
          </p:cNvPr>
          <p:cNvSpPr txBox="1"/>
          <p:nvPr/>
        </p:nvSpPr>
        <p:spPr>
          <a:xfrm>
            <a:off x="590424" y="4592800"/>
            <a:ext cx="653143" cy="400110"/>
          </a:xfrm>
          <a:prstGeom prst="rect">
            <a:avLst/>
          </a:prstGeom>
          <a:noFill/>
        </p:spPr>
        <p:txBody>
          <a:bodyPr wrap="square">
            <a:spAutoFit/>
          </a:bodyPr>
          <a:lstStyle/>
          <a:p>
            <a:r>
              <a:rPr lang="fr-CM" sz="2000" b="1" dirty="0">
                <a:latin typeface="Aharoni" panose="020F0502020204030204" pitchFamily="2" charset="-79"/>
                <a:cs typeface="Aharoni" panose="020F0502020204030204" pitchFamily="2" charset="-79"/>
              </a:rPr>
              <a:t>5</a:t>
            </a:r>
          </a:p>
        </p:txBody>
      </p:sp>
    </p:spTree>
    <p:extLst>
      <p:ext uri="{BB962C8B-B14F-4D97-AF65-F5344CB8AC3E}">
        <p14:creationId xmlns:p14="http://schemas.microsoft.com/office/powerpoint/2010/main" val="2910520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68245-F7EC-D3A6-817F-57562043C5B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23F67BF-D8F9-3453-8CE1-3FF2C7E1BC55}"/>
              </a:ext>
            </a:extLst>
          </p:cNvPr>
          <p:cNvSpPr>
            <a:spLocks noGrp="1"/>
          </p:cNvSpPr>
          <p:nvPr>
            <p:ph type="title"/>
          </p:nvPr>
        </p:nvSpPr>
        <p:spPr/>
        <p:txBody>
          <a:bodyPr>
            <a:normAutofit fontScale="90000"/>
          </a:bodyPr>
          <a:lstStyle/>
          <a:p>
            <a:r>
              <a:rPr lang="fr-CM" b="1" dirty="0">
                <a:latin typeface="Montserrat" panose="00000500000000000000" pitchFamily="2" charset="0"/>
              </a:rPr>
              <a:t>TRAVAUX REALISES</a:t>
            </a:r>
          </a:p>
        </p:txBody>
      </p:sp>
      <p:sp>
        <p:nvSpPr>
          <p:cNvPr id="3" name="Espace réservé du texte 2">
            <a:extLst>
              <a:ext uri="{FF2B5EF4-FFF2-40B4-BE49-F238E27FC236}">
                <a16:creationId xmlns:a16="http://schemas.microsoft.com/office/drawing/2014/main" id="{F3C7ABAB-5C8A-598D-184F-2302B2ABA280}"/>
              </a:ext>
            </a:extLst>
          </p:cNvPr>
          <p:cNvSpPr>
            <a:spLocks noGrp="1"/>
          </p:cNvSpPr>
          <p:nvPr>
            <p:ph type="body" idx="1"/>
          </p:nvPr>
        </p:nvSpPr>
        <p:spPr/>
        <p:txBody>
          <a:bodyPr>
            <a:normAutofit/>
          </a:bodyPr>
          <a:lstStyle/>
          <a:p>
            <a:pPr marL="514350" indent="-285750">
              <a:spcBef>
                <a:spcPts val="360"/>
              </a:spcBef>
              <a:buClr>
                <a:srgbClr val="000000"/>
              </a:buClr>
              <a:buFont typeface="Arial" panose="020B0604020202020204" pitchFamily="34" charset="0"/>
              <a:buChar char="•"/>
              <a:defRPr/>
            </a:pPr>
            <a:r>
              <a:rPr lang="fr-CM" b="1" dirty="0">
                <a:latin typeface="Montserrat" panose="00000500000000000000" pitchFamily="2" charset="0"/>
              </a:rPr>
              <a:t>Ne plus stocker la courbe en cas d’erreur </a:t>
            </a:r>
            <a:r>
              <a:rPr lang="fr-CM" dirty="0">
                <a:latin typeface="Montserrat" panose="00000500000000000000" pitchFamily="2" charset="0"/>
              </a:rPr>
              <a:t>: l’ajout de return à la suite des warnings à permis d’éviter les tracés des courbes en cas d’erreur et donc le stockage de celles-ci</a:t>
            </a:r>
            <a:endParaRPr lang="fr-CM" b="1" dirty="0">
              <a:latin typeface="Montserrat" panose="00000500000000000000" pitchFamily="2" charset="0"/>
            </a:endParaRPr>
          </a:p>
          <a:p>
            <a:pPr marL="514350" indent="-285750">
              <a:buFont typeface="Arial" panose="020B0604020202020204" pitchFamily="34" charset="0"/>
              <a:buChar char="•"/>
            </a:pPr>
            <a:r>
              <a:rPr lang="fr-CM" b="1" dirty="0">
                <a:latin typeface="Montserrat" panose="00000500000000000000" pitchFamily="2" charset="0"/>
              </a:rPr>
              <a:t>Pouvoir supprimer une courbe parmi celles superposées </a:t>
            </a:r>
            <a:r>
              <a:rPr lang="fr-CM" dirty="0">
                <a:latin typeface="Montserrat" panose="00000500000000000000" pitchFamily="2" charset="0"/>
              </a:rPr>
              <a:t>: la légende a été ajustée en contenu cliquable, de ce fait lorsque l’utilisateur clique sur un modèle la courbe de ce dernier est supprimé de l’axe </a:t>
            </a:r>
            <a:endParaRPr lang="fr-CM" b="1" dirty="0">
              <a:latin typeface="Montserrat" panose="00000500000000000000" pitchFamily="2" charset="0"/>
            </a:endParaRPr>
          </a:p>
          <a:p>
            <a:pPr marL="514350" indent="-285750">
              <a:buFont typeface="Arial" panose="020B0604020202020204" pitchFamily="34" charset="0"/>
              <a:buChar char="•"/>
            </a:pPr>
            <a:r>
              <a:rPr lang="fr-CM" b="1" dirty="0">
                <a:latin typeface="Montserrat" panose="00000500000000000000" pitchFamily="2" charset="0"/>
              </a:rPr>
              <a:t>Afficher un message de chargement à l’utilisateur lors de la génération de la surface de mer </a:t>
            </a:r>
            <a:r>
              <a:rPr lang="fr-CM" dirty="0">
                <a:latin typeface="Montserrat" panose="00000500000000000000" pitchFamily="2" charset="0"/>
              </a:rPr>
              <a:t>: un message de chargement s’affiche à l’écran jusqu’à la génération de la surface </a:t>
            </a:r>
            <a:endParaRPr lang="fr-CM" b="1" dirty="0">
              <a:latin typeface="Montserrat" panose="00000500000000000000" pitchFamily="2" charset="0"/>
            </a:endParaRPr>
          </a:p>
          <a:p>
            <a:pPr marL="514350" indent="-285750">
              <a:buFont typeface="Arial" panose="020B0604020202020204" pitchFamily="34" charset="0"/>
              <a:buChar char="•"/>
            </a:pPr>
            <a:endParaRPr lang="fr-CM" b="1" dirty="0">
              <a:latin typeface="Montserrat" panose="00000500000000000000" pitchFamily="2" charset="0"/>
            </a:endParaRPr>
          </a:p>
          <a:p>
            <a:pPr marL="514350" indent="-285750">
              <a:buFont typeface="Arial" panose="020B0604020202020204" pitchFamily="34" charset="0"/>
              <a:buChar char="•"/>
            </a:pPr>
            <a:endParaRPr lang="fr-CM" b="1" dirty="0">
              <a:latin typeface="Montserrat" panose="00000500000000000000" pitchFamily="2" charset="0"/>
            </a:endParaRPr>
          </a:p>
          <a:p>
            <a:pPr marL="514350" indent="-285750">
              <a:spcBef>
                <a:spcPts val="360"/>
              </a:spcBef>
              <a:buClr>
                <a:srgbClr val="000000"/>
              </a:buClr>
              <a:buFont typeface="Arial" panose="020B0604020202020204" pitchFamily="34" charset="0"/>
              <a:buChar char="•"/>
              <a:defRPr/>
            </a:pPr>
            <a:endParaRPr lang="fr-CM" b="1" dirty="0">
              <a:latin typeface="Montserrat" panose="00000500000000000000" pitchFamily="2" charset="0"/>
            </a:endParaRPr>
          </a:p>
          <a:p>
            <a:pPr marL="514350" indent="-285750">
              <a:spcBef>
                <a:spcPts val="360"/>
              </a:spcBef>
              <a:buClr>
                <a:srgbClr val="000000"/>
              </a:buClr>
              <a:buFont typeface="Arial" panose="020B0604020202020204" pitchFamily="34" charset="0"/>
              <a:buChar char="•"/>
              <a:defRPr/>
            </a:pPr>
            <a:endParaRPr lang="fr-CM" b="1" dirty="0">
              <a:latin typeface="Montserrat" panose="00000500000000000000" pitchFamily="2" charset="0"/>
            </a:endParaRPr>
          </a:p>
          <a:p>
            <a:pPr marL="514350" indent="-285750">
              <a:spcBef>
                <a:spcPts val="360"/>
              </a:spcBef>
              <a:buClr>
                <a:srgbClr val="000000"/>
              </a:buClr>
              <a:buFont typeface="Arial" panose="020B0604020202020204" pitchFamily="34" charset="0"/>
              <a:buChar char="•"/>
              <a:defRPr/>
            </a:pPr>
            <a:endParaRPr lang="fr-CM" b="1" dirty="0"/>
          </a:p>
          <a:p>
            <a:pPr marL="514350" indent="-285750">
              <a:spcBef>
                <a:spcPts val="360"/>
              </a:spcBef>
              <a:buClr>
                <a:srgbClr val="000000"/>
              </a:buClr>
              <a:buFont typeface="Arial" panose="020B0604020202020204" pitchFamily="34" charset="0"/>
              <a:buChar char="•"/>
              <a:defRPr/>
            </a:pPr>
            <a:endParaRPr lang="fr-CM" b="1" dirty="0">
              <a:latin typeface="Montserrat" panose="00000500000000000000" pitchFamily="2" charset="0"/>
            </a:endParaRPr>
          </a:p>
          <a:p>
            <a:pPr marL="514350" indent="-285750">
              <a:spcBef>
                <a:spcPts val="360"/>
              </a:spcBef>
              <a:buClr>
                <a:srgbClr val="000000"/>
              </a:buClr>
              <a:buFont typeface="Arial" panose="020B0604020202020204" pitchFamily="34" charset="0"/>
              <a:buChar char="•"/>
              <a:defRPr/>
            </a:pPr>
            <a:endParaRPr lang="fr-CM" dirty="0"/>
          </a:p>
          <a:p>
            <a:pPr marL="514350" indent="-285750">
              <a:spcBef>
                <a:spcPts val="360"/>
              </a:spcBef>
              <a:buClr>
                <a:srgbClr val="000000"/>
              </a:buClr>
              <a:buFont typeface="Arial" panose="020B0604020202020204" pitchFamily="34" charset="0"/>
              <a:buChar char="•"/>
              <a:defRPr/>
            </a:pPr>
            <a:endParaRPr lang="fr-CM" dirty="0"/>
          </a:p>
          <a:p>
            <a:pPr marL="514350" indent="-285750">
              <a:spcBef>
                <a:spcPts val="360"/>
              </a:spcBef>
              <a:buClr>
                <a:srgbClr val="000000"/>
              </a:buClr>
              <a:buFont typeface="Arial" panose="020B0604020202020204" pitchFamily="34" charset="0"/>
              <a:buChar char="•"/>
              <a:defRPr/>
            </a:pPr>
            <a:endParaRPr lang="fr-CM" dirty="0"/>
          </a:p>
          <a:p>
            <a:pPr marL="514350" indent="-285750">
              <a:spcBef>
                <a:spcPts val="360"/>
              </a:spcBef>
              <a:buClr>
                <a:srgbClr val="000000"/>
              </a:buClr>
              <a:buFont typeface="Arial" panose="020B0604020202020204" pitchFamily="34" charset="0"/>
              <a:buChar char="•"/>
              <a:defRPr/>
            </a:pPr>
            <a:endParaRPr lang="fr-CM" b="1" dirty="0"/>
          </a:p>
          <a:p>
            <a:pPr marL="514350" indent="-285750">
              <a:spcBef>
                <a:spcPts val="360"/>
              </a:spcBef>
              <a:buClr>
                <a:srgbClr val="000000"/>
              </a:buClr>
              <a:buFont typeface="Arial" panose="020B0604020202020204" pitchFamily="34" charset="0"/>
              <a:buChar char="•"/>
              <a:defRPr/>
            </a:pPr>
            <a:endParaRPr lang="fr-CM" b="1" dirty="0">
              <a:latin typeface="Montserrat" panose="00000500000000000000" pitchFamily="2" charset="0"/>
            </a:endParaRPr>
          </a:p>
          <a:p>
            <a:pPr marL="514350" marR="0" lvl="0" indent="-285750" algn="l" defTabSz="914400" rtl="0" eaLnBrk="1" fontAlgn="auto" latinLnBrk="0" hangingPunct="1">
              <a:lnSpc>
                <a:spcPct val="115000"/>
              </a:lnSpc>
              <a:spcBef>
                <a:spcPts val="360"/>
              </a:spcBef>
              <a:spcAft>
                <a:spcPts val="0"/>
              </a:spcAft>
              <a:buClr>
                <a:srgbClr val="000000"/>
              </a:buClr>
              <a:buSzPts val="1800"/>
              <a:buFont typeface="Arial" panose="020B0604020202020204" pitchFamily="34" charset="0"/>
              <a:buChar char="•"/>
              <a:tabLst/>
              <a:defRPr/>
            </a:pPr>
            <a:endParaRPr kumimoji="0" lang="fr-CM" sz="1700" b="1" i="0" u="none" strike="noStrike" kern="0" cap="none" spc="0" normalizeH="0" baseline="0" noProof="0" dirty="0">
              <a:ln>
                <a:noFill/>
              </a:ln>
              <a:solidFill>
                <a:srgbClr val="000000"/>
              </a:solidFill>
              <a:effectLst/>
              <a:uLnTx/>
              <a:uFillTx/>
              <a:latin typeface="Montserrat Light"/>
              <a:sym typeface="Montserrat Light"/>
            </a:endParaRPr>
          </a:p>
          <a:p>
            <a:pPr marL="514350" marR="0" lvl="0" indent="-285750" algn="l" defTabSz="914400" rtl="0" eaLnBrk="1" fontAlgn="auto" latinLnBrk="0" hangingPunct="1">
              <a:lnSpc>
                <a:spcPct val="115000"/>
              </a:lnSpc>
              <a:spcBef>
                <a:spcPts val="360"/>
              </a:spcBef>
              <a:spcAft>
                <a:spcPts val="0"/>
              </a:spcAft>
              <a:buClr>
                <a:srgbClr val="000000"/>
              </a:buClr>
              <a:buSzPts val="1800"/>
              <a:buFont typeface="Arial" panose="020B0604020202020204" pitchFamily="34" charset="0"/>
              <a:buChar char="•"/>
              <a:tabLst/>
              <a:defRPr/>
            </a:pPr>
            <a:endParaRPr kumimoji="0" lang="fr-CM" sz="1700" b="1" i="0" u="none" strike="noStrike" kern="0" cap="none" spc="0" normalizeH="0" baseline="0" noProof="0" dirty="0">
              <a:ln>
                <a:noFill/>
              </a:ln>
              <a:solidFill>
                <a:srgbClr val="000000"/>
              </a:solidFill>
              <a:effectLst/>
              <a:uLnTx/>
              <a:uFillTx/>
              <a:latin typeface="Montserrat Light"/>
              <a:sym typeface="Montserrat Light"/>
            </a:endParaRPr>
          </a:p>
          <a:p>
            <a:pPr marL="514350" marR="0" lvl="0" indent="-285750" algn="l" defTabSz="914400" rtl="0" eaLnBrk="1" fontAlgn="auto" latinLnBrk="0" hangingPunct="1">
              <a:lnSpc>
                <a:spcPct val="115000"/>
              </a:lnSpc>
              <a:spcBef>
                <a:spcPts val="360"/>
              </a:spcBef>
              <a:spcAft>
                <a:spcPts val="0"/>
              </a:spcAft>
              <a:buClr>
                <a:srgbClr val="000000"/>
              </a:buClr>
              <a:buSzPts val="1800"/>
              <a:buFont typeface="Arial" panose="020B0604020202020204" pitchFamily="34" charset="0"/>
              <a:buChar char="•"/>
              <a:tabLst/>
              <a:defRPr/>
            </a:pPr>
            <a:endParaRPr kumimoji="0" lang="fr-CM" sz="1700" b="1" i="0" u="none" strike="noStrike" kern="0" cap="none" spc="0" normalizeH="0" baseline="0" noProof="0" dirty="0">
              <a:ln>
                <a:noFill/>
              </a:ln>
              <a:solidFill>
                <a:srgbClr val="000000"/>
              </a:solidFill>
              <a:effectLst/>
              <a:uLnTx/>
              <a:uFillTx/>
              <a:latin typeface="Montserrat Light"/>
              <a:sym typeface="Montserrat Light"/>
            </a:endParaRPr>
          </a:p>
          <a:p>
            <a:pPr>
              <a:buFontTx/>
              <a:buChar char="-"/>
            </a:pPr>
            <a:endParaRPr lang="fr-CM" b="1" dirty="0">
              <a:latin typeface="Montserrat" panose="00000500000000000000" pitchFamily="2" charset="0"/>
            </a:endParaRPr>
          </a:p>
        </p:txBody>
      </p:sp>
      <p:sp>
        <p:nvSpPr>
          <p:cNvPr id="4" name="ZoneTexte 3">
            <a:extLst>
              <a:ext uri="{FF2B5EF4-FFF2-40B4-BE49-F238E27FC236}">
                <a16:creationId xmlns:a16="http://schemas.microsoft.com/office/drawing/2014/main" id="{442733F4-8FA0-8672-BFF9-5CD8351EEB6A}"/>
              </a:ext>
            </a:extLst>
          </p:cNvPr>
          <p:cNvSpPr txBox="1"/>
          <p:nvPr/>
        </p:nvSpPr>
        <p:spPr>
          <a:xfrm>
            <a:off x="612322" y="4597622"/>
            <a:ext cx="261257" cy="707886"/>
          </a:xfrm>
          <a:prstGeom prst="rect">
            <a:avLst/>
          </a:prstGeom>
          <a:noFill/>
        </p:spPr>
        <p:txBody>
          <a:bodyPr wrap="square">
            <a:spAutoFit/>
          </a:bodyPr>
          <a:lstStyle/>
          <a:p>
            <a:r>
              <a:rPr lang="fr-CM" sz="2000" b="1" dirty="0">
                <a:latin typeface="Aharoni" panose="020F0502020204030204" pitchFamily="2" charset="-79"/>
                <a:cs typeface="Aharoni" panose="020F0502020204030204" pitchFamily="2" charset="-79"/>
              </a:rPr>
              <a:t>6</a:t>
            </a:r>
          </a:p>
          <a:p>
            <a:endParaRPr lang="fr-CM" sz="2000" b="1" dirty="0">
              <a:latin typeface="Aharoni" panose="020F0502020204030204" pitchFamily="2" charset="-79"/>
              <a:cs typeface="Aharoni" panose="020F0502020204030204" pitchFamily="2" charset="-79"/>
            </a:endParaRPr>
          </a:p>
        </p:txBody>
      </p:sp>
    </p:spTree>
    <p:extLst>
      <p:ext uri="{BB962C8B-B14F-4D97-AF65-F5344CB8AC3E}">
        <p14:creationId xmlns:p14="http://schemas.microsoft.com/office/powerpoint/2010/main" val="32259765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14C4F5F-A49B-7C82-20E5-295A56B97DC1}"/>
              </a:ext>
            </a:extLst>
          </p:cNvPr>
          <p:cNvSpPr>
            <a:spLocks noGrp="1"/>
          </p:cNvSpPr>
          <p:nvPr>
            <p:ph type="title"/>
          </p:nvPr>
        </p:nvSpPr>
        <p:spPr/>
        <p:txBody>
          <a:bodyPr>
            <a:normAutofit fontScale="90000"/>
          </a:bodyPr>
          <a:lstStyle/>
          <a:p>
            <a:r>
              <a:rPr lang="fr-CM" b="1" dirty="0">
                <a:latin typeface="Montserrat" panose="00000500000000000000" pitchFamily="2" charset="0"/>
              </a:rPr>
              <a:t>TRAVAUX REALISES</a:t>
            </a:r>
          </a:p>
        </p:txBody>
      </p:sp>
      <p:sp>
        <p:nvSpPr>
          <p:cNvPr id="3" name="Espace réservé du texte 2">
            <a:extLst>
              <a:ext uri="{FF2B5EF4-FFF2-40B4-BE49-F238E27FC236}">
                <a16:creationId xmlns:a16="http://schemas.microsoft.com/office/drawing/2014/main" id="{A8A89553-F360-B5AE-6A0D-1F5A858C2E1F}"/>
              </a:ext>
            </a:extLst>
          </p:cNvPr>
          <p:cNvSpPr>
            <a:spLocks noGrp="1"/>
          </p:cNvSpPr>
          <p:nvPr>
            <p:ph type="body" idx="1"/>
          </p:nvPr>
        </p:nvSpPr>
        <p:spPr>
          <a:xfrm>
            <a:off x="311700" y="1152474"/>
            <a:ext cx="8520600" cy="3811411"/>
          </a:xfrm>
        </p:spPr>
        <p:txBody>
          <a:bodyPr>
            <a:normAutofit lnSpcReduction="10000"/>
          </a:bodyPr>
          <a:lstStyle/>
          <a:p>
            <a:pPr marL="514350" indent="-285750">
              <a:buFont typeface="Arial" panose="020B0604020202020204" pitchFamily="34" charset="0"/>
              <a:buChar char="•"/>
            </a:pPr>
            <a:r>
              <a:rPr lang="fr-CM" b="1" dirty="0">
                <a:latin typeface="Montserrat" panose="00000500000000000000" pitchFamily="2" charset="0"/>
              </a:rPr>
              <a:t>Exporter la surface générée aux formats .csv, .mat et .png </a:t>
            </a:r>
            <a:r>
              <a:rPr lang="fr-CM" dirty="0">
                <a:latin typeface="Montserrat" panose="00000500000000000000" pitchFamily="2" charset="0"/>
              </a:rPr>
              <a:t>: lorsque l’utilisateur appuie sur le bouton ‘Export surface’ il peut choisir le format à utiliser pour exporter les données </a:t>
            </a:r>
            <a:endParaRPr lang="fr-CM" b="1" dirty="0">
              <a:latin typeface="Montserrat" panose="00000500000000000000" pitchFamily="2" charset="0"/>
            </a:endParaRPr>
          </a:p>
          <a:p>
            <a:pPr marL="514350" indent="-285750">
              <a:buFont typeface="Arial" panose="020B0604020202020204" pitchFamily="34" charset="0"/>
              <a:buChar char="•"/>
            </a:pPr>
            <a:r>
              <a:rPr lang="fr-CM" b="1" dirty="0">
                <a:latin typeface="Montserrat" panose="00000500000000000000" pitchFamily="2" charset="0"/>
              </a:rPr>
              <a:t>Augmenter la police  de l’interface </a:t>
            </a:r>
            <a:r>
              <a:rPr lang="fr-CM" dirty="0">
                <a:latin typeface="Montserrat" panose="00000500000000000000" pitchFamily="2" charset="0"/>
              </a:rPr>
              <a:t>: augmentation de la police générale de l’interface </a:t>
            </a:r>
            <a:endParaRPr lang="fr-CM" b="1" dirty="0">
              <a:latin typeface="Montserrat" panose="00000500000000000000" pitchFamily="2" charset="0"/>
            </a:endParaRPr>
          </a:p>
          <a:p>
            <a:pPr marL="514350" indent="-285750">
              <a:buFont typeface="Arial" panose="020B0604020202020204" pitchFamily="34" charset="0"/>
              <a:buChar char="•"/>
            </a:pPr>
            <a:r>
              <a:rPr lang="fr-CM" b="1" dirty="0">
                <a:latin typeface="Montserrat" panose="00000500000000000000" pitchFamily="2" charset="0"/>
              </a:rPr>
              <a:t>Ajouter K0surKC comme paramètre sur l’interface </a:t>
            </a:r>
            <a:r>
              <a:rPr lang="fr-CM" dirty="0">
                <a:latin typeface="Montserrat" panose="00000500000000000000" pitchFamily="2" charset="0"/>
              </a:rPr>
              <a:t>: ajout du paramètre K0/</a:t>
            </a:r>
            <a:r>
              <a:rPr lang="fr-CM" dirty="0" err="1">
                <a:latin typeface="Montserrat" panose="00000500000000000000" pitchFamily="2" charset="0"/>
              </a:rPr>
              <a:t>Kc</a:t>
            </a:r>
            <a:r>
              <a:rPr lang="fr-CM" dirty="0">
                <a:latin typeface="Montserrat" panose="00000500000000000000" pitchFamily="2" charset="0"/>
              </a:rPr>
              <a:t> actif seulement pour les modèles statistiques</a:t>
            </a:r>
            <a:endParaRPr lang="fr-CM" b="1" dirty="0">
              <a:latin typeface="Montserrat" panose="00000500000000000000" pitchFamily="2" charset="0"/>
            </a:endParaRPr>
          </a:p>
          <a:p>
            <a:pPr marL="514350" indent="-285750">
              <a:buFont typeface="Arial" panose="020B0604020202020204" pitchFamily="34" charset="0"/>
              <a:buChar char="•"/>
            </a:pPr>
            <a:r>
              <a:rPr lang="fr-CM" b="1" dirty="0">
                <a:latin typeface="Montserrat" panose="00000500000000000000" pitchFamily="2" charset="0"/>
              </a:rPr>
              <a:t>Repasser à 70° pour le modèle SSA1 </a:t>
            </a:r>
            <a:r>
              <a:rPr lang="fr-CM" dirty="0">
                <a:latin typeface="Montserrat" panose="00000500000000000000" pitchFamily="2" charset="0"/>
              </a:rPr>
              <a:t>: ajustement de la limite maximale de </a:t>
            </a:r>
            <a:r>
              <a:rPr lang="fr-CM" dirty="0" err="1">
                <a:latin typeface="Montserrat" panose="00000500000000000000" pitchFamily="2" charset="0"/>
              </a:rPr>
              <a:t>theta</a:t>
            </a:r>
            <a:r>
              <a:rPr lang="fr-CM" dirty="0">
                <a:latin typeface="Montserrat" panose="00000500000000000000" pitchFamily="2" charset="0"/>
              </a:rPr>
              <a:t> à 70° pour le modèle SSA1</a:t>
            </a:r>
            <a:endParaRPr lang="fr-CM" b="1" dirty="0">
              <a:latin typeface="Montserrat" panose="00000500000000000000" pitchFamily="2" charset="0"/>
            </a:endParaRPr>
          </a:p>
          <a:p>
            <a:pPr marL="514350" indent="-285750">
              <a:buFont typeface="Arial" panose="020B0604020202020204" pitchFamily="34" charset="0"/>
              <a:buChar char="•"/>
            </a:pPr>
            <a:r>
              <a:rPr lang="fr-CM" b="1" dirty="0">
                <a:latin typeface="Montserrat" panose="00000500000000000000" pitchFamily="2" charset="0"/>
              </a:rPr>
              <a:t>Implémenter le modèle statistique GO1sh à l’interface </a:t>
            </a:r>
            <a:r>
              <a:rPr lang="fr-CM" dirty="0">
                <a:latin typeface="Montserrat" panose="00000500000000000000" pitchFamily="2" charset="0"/>
              </a:rPr>
              <a:t>: ajout du modèle GO1sh à l’interface , par contre la courbe semble ne pas être correcte , peut-être un problème avec la valeur de </a:t>
            </a:r>
            <a:r>
              <a:rPr lang="fr-CM" dirty="0" err="1">
                <a:latin typeface="Montserrat" panose="00000500000000000000" pitchFamily="2" charset="0"/>
              </a:rPr>
              <a:t>Kc</a:t>
            </a:r>
            <a:r>
              <a:rPr lang="fr-CM" dirty="0">
                <a:latin typeface="Montserrat" panose="00000500000000000000" pitchFamily="2" charset="0"/>
              </a:rPr>
              <a:t> , A Voir… </a:t>
            </a:r>
            <a:endParaRPr lang="fr-CM" b="1" dirty="0">
              <a:latin typeface="Montserrat" panose="00000500000000000000" pitchFamily="2" charset="0"/>
            </a:endParaRPr>
          </a:p>
          <a:p>
            <a:pPr marL="514350" indent="-285750">
              <a:buFont typeface="Arial" panose="020B0604020202020204" pitchFamily="34" charset="0"/>
              <a:buChar char="•"/>
            </a:pPr>
            <a:endParaRPr lang="fr-CM" b="1" dirty="0">
              <a:latin typeface="Montserrat" panose="00000500000000000000" pitchFamily="2" charset="0"/>
            </a:endParaRPr>
          </a:p>
          <a:p>
            <a:pPr marL="514350" indent="-285750">
              <a:buFont typeface="Arial" panose="020B0604020202020204" pitchFamily="34" charset="0"/>
              <a:buChar char="•"/>
            </a:pPr>
            <a:endParaRPr lang="fr-CM" b="1" dirty="0">
              <a:latin typeface="Montserrat" panose="00000500000000000000" pitchFamily="2" charset="0"/>
            </a:endParaRPr>
          </a:p>
          <a:p>
            <a:pPr marL="514350" indent="-285750">
              <a:spcBef>
                <a:spcPts val="360"/>
              </a:spcBef>
              <a:buClr>
                <a:srgbClr val="000000"/>
              </a:buClr>
              <a:buFont typeface="Arial" panose="020B0604020202020204" pitchFamily="34" charset="0"/>
              <a:buChar char="•"/>
              <a:defRPr/>
            </a:pPr>
            <a:endParaRPr lang="fr-CM" b="1" dirty="0">
              <a:latin typeface="Montserrat" panose="00000500000000000000" pitchFamily="2" charset="0"/>
            </a:endParaRPr>
          </a:p>
          <a:p>
            <a:pPr marL="514350" indent="-285750">
              <a:spcBef>
                <a:spcPts val="360"/>
              </a:spcBef>
              <a:buClr>
                <a:srgbClr val="000000"/>
              </a:buClr>
              <a:buFont typeface="Arial" panose="020B0604020202020204" pitchFamily="34" charset="0"/>
              <a:buChar char="•"/>
              <a:defRPr/>
            </a:pPr>
            <a:endParaRPr lang="fr-CM" b="1" dirty="0">
              <a:latin typeface="Montserrat" panose="00000500000000000000" pitchFamily="2" charset="0"/>
            </a:endParaRPr>
          </a:p>
          <a:p>
            <a:pPr marL="514350" indent="-285750">
              <a:spcBef>
                <a:spcPts val="360"/>
              </a:spcBef>
              <a:buClr>
                <a:srgbClr val="000000"/>
              </a:buClr>
              <a:buFont typeface="Arial" panose="020B0604020202020204" pitchFamily="34" charset="0"/>
              <a:buChar char="•"/>
              <a:defRPr/>
            </a:pPr>
            <a:endParaRPr lang="fr-CM" b="1" dirty="0"/>
          </a:p>
          <a:p>
            <a:pPr marL="514350" indent="-285750">
              <a:spcBef>
                <a:spcPts val="360"/>
              </a:spcBef>
              <a:buClr>
                <a:srgbClr val="000000"/>
              </a:buClr>
              <a:buFont typeface="Arial" panose="020B0604020202020204" pitchFamily="34" charset="0"/>
              <a:buChar char="•"/>
              <a:defRPr/>
            </a:pPr>
            <a:endParaRPr lang="fr-CM" b="1" dirty="0">
              <a:latin typeface="Montserrat" panose="00000500000000000000" pitchFamily="2" charset="0"/>
            </a:endParaRPr>
          </a:p>
          <a:p>
            <a:pPr marL="514350" indent="-285750">
              <a:spcBef>
                <a:spcPts val="360"/>
              </a:spcBef>
              <a:buClr>
                <a:srgbClr val="000000"/>
              </a:buClr>
              <a:buFont typeface="Arial" panose="020B0604020202020204" pitchFamily="34" charset="0"/>
              <a:buChar char="•"/>
              <a:defRPr/>
            </a:pPr>
            <a:endParaRPr lang="fr-CM" dirty="0"/>
          </a:p>
          <a:p>
            <a:pPr marL="514350" indent="-285750">
              <a:spcBef>
                <a:spcPts val="360"/>
              </a:spcBef>
              <a:buClr>
                <a:srgbClr val="000000"/>
              </a:buClr>
              <a:buFont typeface="Arial" panose="020B0604020202020204" pitchFamily="34" charset="0"/>
              <a:buChar char="•"/>
              <a:defRPr/>
            </a:pPr>
            <a:endParaRPr lang="fr-CM" dirty="0"/>
          </a:p>
          <a:p>
            <a:pPr marL="514350" indent="-285750">
              <a:spcBef>
                <a:spcPts val="360"/>
              </a:spcBef>
              <a:buClr>
                <a:srgbClr val="000000"/>
              </a:buClr>
              <a:buFont typeface="Arial" panose="020B0604020202020204" pitchFamily="34" charset="0"/>
              <a:buChar char="•"/>
              <a:defRPr/>
            </a:pPr>
            <a:endParaRPr lang="fr-CM" dirty="0"/>
          </a:p>
          <a:p>
            <a:pPr marL="514350" indent="-285750">
              <a:spcBef>
                <a:spcPts val="360"/>
              </a:spcBef>
              <a:buClr>
                <a:srgbClr val="000000"/>
              </a:buClr>
              <a:buFont typeface="Arial" panose="020B0604020202020204" pitchFamily="34" charset="0"/>
              <a:buChar char="•"/>
              <a:defRPr/>
            </a:pPr>
            <a:endParaRPr lang="fr-CM" b="1" dirty="0"/>
          </a:p>
          <a:p>
            <a:pPr marL="514350" indent="-285750">
              <a:spcBef>
                <a:spcPts val="360"/>
              </a:spcBef>
              <a:buClr>
                <a:srgbClr val="000000"/>
              </a:buClr>
              <a:buFont typeface="Arial" panose="020B0604020202020204" pitchFamily="34" charset="0"/>
              <a:buChar char="•"/>
              <a:defRPr/>
            </a:pPr>
            <a:endParaRPr lang="fr-CM" b="1" dirty="0">
              <a:latin typeface="Montserrat" panose="00000500000000000000" pitchFamily="2" charset="0"/>
            </a:endParaRPr>
          </a:p>
          <a:p>
            <a:pPr marL="514350" marR="0" lvl="0" indent="-285750" algn="l" defTabSz="914400" rtl="0" eaLnBrk="1" fontAlgn="auto" latinLnBrk="0" hangingPunct="1">
              <a:lnSpc>
                <a:spcPct val="115000"/>
              </a:lnSpc>
              <a:spcBef>
                <a:spcPts val="360"/>
              </a:spcBef>
              <a:spcAft>
                <a:spcPts val="0"/>
              </a:spcAft>
              <a:buClr>
                <a:srgbClr val="000000"/>
              </a:buClr>
              <a:buSzPts val="1800"/>
              <a:buFont typeface="Arial" panose="020B0604020202020204" pitchFamily="34" charset="0"/>
              <a:buChar char="•"/>
              <a:tabLst/>
              <a:defRPr/>
            </a:pPr>
            <a:endParaRPr kumimoji="0" lang="fr-CM" sz="1700" b="1" i="0" u="none" strike="noStrike" kern="0" cap="none" spc="0" normalizeH="0" baseline="0" noProof="0" dirty="0">
              <a:ln>
                <a:noFill/>
              </a:ln>
              <a:solidFill>
                <a:srgbClr val="000000"/>
              </a:solidFill>
              <a:effectLst/>
              <a:uLnTx/>
              <a:uFillTx/>
              <a:latin typeface="Montserrat Light"/>
              <a:sym typeface="Montserrat Light"/>
            </a:endParaRPr>
          </a:p>
          <a:p>
            <a:pPr marL="514350" marR="0" lvl="0" indent="-285750" algn="l" defTabSz="914400" rtl="0" eaLnBrk="1" fontAlgn="auto" latinLnBrk="0" hangingPunct="1">
              <a:lnSpc>
                <a:spcPct val="115000"/>
              </a:lnSpc>
              <a:spcBef>
                <a:spcPts val="360"/>
              </a:spcBef>
              <a:spcAft>
                <a:spcPts val="0"/>
              </a:spcAft>
              <a:buClr>
                <a:srgbClr val="000000"/>
              </a:buClr>
              <a:buSzPts val="1800"/>
              <a:buFont typeface="Arial" panose="020B0604020202020204" pitchFamily="34" charset="0"/>
              <a:buChar char="•"/>
              <a:tabLst/>
              <a:defRPr/>
            </a:pPr>
            <a:endParaRPr kumimoji="0" lang="fr-CM" sz="1700" b="1" i="0" u="none" strike="noStrike" kern="0" cap="none" spc="0" normalizeH="0" baseline="0" noProof="0" dirty="0">
              <a:ln>
                <a:noFill/>
              </a:ln>
              <a:solidFill>
                <a:srgbClr val="000000"/>
              </a:solidFill>
              <a:effectLst/>
              <a:uLnTx/>
              <a:uFillTx/>
              <a:latin typeface="Montserrat Light"/>
              <a:sym typeface="Montserrat Light"/>
            </a:endParaRPr>
          </a:p>
          <a:p>
            <a:pPr marL="514350" marR="0" lvl="0" indent="-285750" algn="l" defTabSz="914400" rtl="0" eaLnBrk="1" fontAlgn="auto" latinLnBrk="0" hangingPunct="1">
              <a:lnSpc>
                <a:spcPct val="115000"/>
              </a:lnSpc>
              <a:spcBef>
                <a:spcPts val="360"/>
              </a:spcBef>
              <a:spcAft>
                <a:spcPts val="0"/>
              </a:spcAft>
              <a:buClr>
                <a:srgbClr val="000000"/>
              </a:buClr>
              <a:buSzPts val="1800"/>
              <a:buFont typeface="Arial" panose="020B0604020202020204" pitchFamily="34" charset="0"/>
              <a:buChar char="•"/>
              <a:tabLst/>
              <a:defRPr/>
            </a:pPr>
            <a:endParaRPr kumimoji="0" lang="fr-CM" sz="1700" b="1" i="0" u="none" strike="noStrike" kern="0" cap="none" spc="0" normalizeH="0" baseline="0" noProof="0" dirty="0">
              <a:ln>
                <a:noFill/>
              </a:ln>
              <a:solidFill>
                <a:srgbClr val="000000"/>
              </a:solidFill>
              <a:effectLst/>
              <a:uLnTx/>
              <a:uFillTx/>
              <a:latin typeface="Montserrat Light"/>
              <a:sym typeface="Montserrat Light"/>
            </a:endParaRPr>
          </a:p>
          <a:p>
            <a:pPr>
              <a:buFontTx/>
              <a:buChar char="-"/>
            </a:pPr>
            <a:endParaRPr lang="fr-CM" b="1" dirty="0">
              <a:latin typeface="Montserrat" panose="00000500000000000000" pitchFamily="2" charset="0"/>
            </a:endParaRPr>
          </a:p>
        </p:txBody>
      </p:sp>
      <p:sp>
        <p:nvSpPr>
          <p:cNvPr id="4" name="ZoneTexte 3">
            <a:extLst>
              <a:ext uri="{FF2B5EF4-FFF2-40B4-BE49-F238E27FC236}">
                <a16:creationId xmlns:a16="http://schemas.microsoft.com/office/drawing/2014/main" id="{79CA2FA3-BD2C-C620-BF6B-3B73FC658A15}"/>
              </a:ext>
            </a:extLst>
          </p:cNvPr>
          <p:cNvSpPr txBox="1"/>
          <p:nvPr/>
        </p:nvSpPr>
        <p:spPr>
          <a:xfrm>
            <a:off x="612322" y="4597622"/>
            <a:ext cx="261257" cy="707886"/>
          </a:xfrm>
          <a:prstGeom prst="rect">
            <a:avLst/>
          </a:prstGeom>
          <a:noFill/>
        </p:spPr>
        <p:txBody>
          <a:bodyPr wrap="square">
            <a:spAutoFit/>
          </a:bodyPr>
          <a:lstStyle/>
          <a:p>
            <a:r>
              <a:rPr lang="fr-CM" sz="2000" b="1" dirty="0">
                <a:latin typeface="Aharoni" panose="020F0502020204030204" pitchFamily="2" charset="-79"/>
                <a:cs typeface="Aharoni" panose="020F0502020204030204" pitchFamily="2" charset="-79"/>
              </a:rPr>
              <a:t>6</a:t>
            </a:r>
          </a:p>
          <a:p>
            <a:endParaRPr lang="fr-CM" sz="2000" b="1" dirty="0">
              <a:latin typeface="Aharoni" panose="020F0502020204030204" pitchFamily="2" charset="-79"/>
              <a:cs typeface="Aharoni" panose="020F0502020204030204" pitchFamily="2" charset="-79"/>
            </a:endParaRPr>
          </a:p>
        </p:txBody>
      </p:sp>
    </p:spTree>
    <p:extLst>
      <p:ext uri="{BB962C8B-B14F-4D97-AF65-F5344CB8AC3E}">
        <p14:creationId xmlns:p14="http://schemas.microsoft.com/office/powerpoint/2010/main" val="35078440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536B62-49E8-0639-D229-3B904DC3BB2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9FAAD11-9E06-6694-EC4D-6C37D2DF3D52}"/>
              </a:ext>
            </a:extLst>
          </p:cNvPr>
          <p:cNvSpPr>
            <a:spLocks noGrp="1"/>
          </p:cNvSpPr>
          <p:nvPr>
            <p:ph type="title"/>
          </p:nvPr>
        </p:nvSpPr>
        <p:spPr/>
        <p:txBody>
          <a:bodyPr>
            <a:normAutofit fontScale="90000"/>
          </a:bodyPr>
          <a:lstStyle/>
          <a:p>
            <a:r>
              <a:rPr lang="fr-CM" b="1" dirty="0">
                <a:latin typeface="Montserrat" panose="00000500000000000000" pitchFamily="2" charset="0"/>
              </a:rPr>
              <a:t>TRAVAUX REALISES</a:t>
            </a:r>
          </a:p>
        </p:txBody>
      </p:sp>
      <p:sp>
        <p:nvSpPr>
          <p:cNvPr id="3" name="Espace réservé du texte 2">
            <a:extLst>
              <a:ext uri="{FF2B5EF4-FFF2-40B4-BE49-F238E27FC236}">
                <a16:creationId xmlns:a16="http://schemas.microsoft.com/office/drawing/2014/main" id="{E9F0EED0-8D21-FDF6-58B4-25025CAF1F62}"/>
              </a:ext>
            </a:extLst>
          </p:cNvPr>
          <p:cNvSpPr>
            <a:spLocks noGrp="1"/>
          </p:cNvSpPr>
          <p:nvPr>
            <p:ph type="body" idx="1"/>
          </p:nvPr>
        </p:nvSpPr>
        <p:spPr>
          <a:xfrm>
            <a:off x="311700" y="1152474"/>
            <a:ext cx="8520600" cy="3811411"/>
          </a:xfrm>
        </p:spPr>
        <p:txBody>
          <a:bodyPr>
            <a:normAutofit/>
          </a:bodyPr>
          <a:lstStyle/>
          <a:p>
            <a:pPr marL="514350" indent="-285750">
              <a:buFont typeface="Arial" panose="020B0604020202020204" pitchFamily="34" charset="0"/>
              <a:buChar char="•"/>
            </a:pPr>
            <a:r>
              <a:rPr lang="fr-CM" b="1" dirty="0">
                <a:latin typeface="Montserrat" panose="00000500000000000000" pitchFamily="2" charset="0"/>
              </a:rPr>
              <a:t>Implémenter la v3 de la fonction de génération de surface </a:t>
            </a:r>
            <a:r>
              <a:rPr lang="fr-CM" dirty="0">
                <a:latin typeface="Montserrat" panose="00000500000000000000" pitchFamily="2" charset="0"/>
              </a:rPr>
              <a:t> : cette est nettement mieux en terme de temps de génération que la v2</a:t>
            </a:r>
          </a:p>
          <a:p>
            <a:pPr marL="514350" indent="-285750">
              <a:buFont typeface="Arial" panose="020B0604020202020204" pitchFamily="34" charset="0"/>
              <a:buChar char="•"/>
            </a:pPr>
            <a:r>
              <a:rPr lang="fr-CM" b="1" dirty="0">
                <a:latin typeface="Montserrat" panose="00000500000000000000" pitchFamily="2" charset="0"/>
              </a:rPr>
              <a:t>Profilage de l’utilisation mémoire </a:t>
            </a:r>
            <a:r>
              <a:rPr lang="fr-CM" dirty="0">
                <a:latin typeface="Montserrat" panose="00000500000000000000" pitchFamily="2" charset="0"/>
              </a:rPr>
              <a:t>: ajout d’une fonction de profilage dans la fonction de génération afin d’étudier l’évolution de l’utilisation mémoire selon les variables créées lors de l’exécution de la fonction. Le choix de la limitation mémoire peut être fait en tenant compte de ça</a:t>
            </a:r>
            <a:endParaRPr lang="fr-CM" b="1" dirty="0">
              <a:latin typeface="Montserrat" panose="00000500000000000000" pitchFamily="2" charset="0"/>
            </a:endParaRPr>
          </a:p>
          <a:p>
            <a:pPr marL="514350" indent="-285750">
              <a:buFont typeface="Arial" panose="020B0604020202020204" pitchFamily="34" charset="0"/>
              <a:buChar char="•"/>
            </a:pPr>
            <a:endParaRPr lang="fr-CM" b="1" dirty="0">
              <a:latin typeface="Montserrat" panose="00000500000000000000" pitchFamily="2" charset="0"/>
            </a:endParaRPr>
          </a:p>
          <a:p>
            <a:pPr marL="514350" indent="-285750">
              <a:buFont typeface="Arial" panose="020B0604020202020204" pitchFamily="34" charset="0"/>
              <a:buChar char="•"/>
            </a:pPr>
            <a:endParaRPr lang="fr-CM" b="1" dirty="0">
              <a:latin typeface="Montserrat" panose="00000500000000000000" pitchFamily="2" charset="0"/>
            </a:endParaRPr>
          </a:p>
          <a:p>
            <a:pPr marL="514350" indent="-285750">
              <a:buFont typeface="Arial" panose="020B0604020202020204" pitchFamily="34" charset="0"/>
              <a:buChar char="•"/>
            </a:pPr>
            <a:endParaRPr lang="fr-CM" b="1" dirty="0">
              <a:latin typeface="Montserrat" panose="00000500000000000000" pitchFamily="2" charset="0"/>
            </a:endParaRPr>
          </a:p>
          <a:p>
            <a:pPr marL="514350" indent="-285750">
              <a:spcBef>
                <a:spcPts val="360"/>
              </a:spcBef>
              <a:buClr>
                <a:srgbClr val="000000"/>
              </a:buClr>
              <a:buFont typeface="Arial" panose="020B0604020202020204" pitchFamily="34" charset="0"/>
              <a:buChar char="•"/>
              <a:defRPr/>
            </a:pPr>
            <a:endParaRPr lang="fr-CM" b="1" dirty="0">
              <a:latin typeface="Montserrat" panose="00000500000000000000" pitchFamily="2" charset="0"/>
            </a:endParaRPr>
          </a:p>
          <a:p>
            <a:pPr marL="514350" indent="-285750">
              <a:spcBef>
                <a:spcPts val="360"/>
              </a:spcBef>
              <a:buClr>
                <a:srgbClr val="000000"/>
              </a:buClr>
              <a:buFont typeface="Arial" panose="020B0604020202020204" pitchFamily="34" charset="0"/>
              <a:buChar char="•"/>
              <a:defRPr/>
            </a:pPr>
            <a:endParaRPr lang="fr-CM" b="1" dirty="0">
              <a:latin typeface="Montserrat" panose="00000500000000000000" pitchFamily="2" charset="0"/>
            </a:endParaRPr>
          </a:p>
          <a:p>
            <a:pPr marL="514350" indent="-285750">
              <a:spcBef>
                <a:spcPts val="360"/>
              </a:spcBef>
              <a:buClr>
                <a:srgbClr val="000000"/>
              </a:buClr>
              <a:buFont typeface="Arial" panose="020B0604020202020204" pitchFamily="34" charset="0"/>
              <a:buChar char="•"/>
              <a:defRPr/>
            </a:pPr>
            <a:endParaRPr lang="fr-CM" b="1" dirty="0"/>
          </a:p>
          <a:p>
            <a:pPr marL="514350" indent="-285750">
              <a:spcBef>
                <a:spcPts val="360"/>
              </a:spcBef>
              <a:buClr>
                <a:srgbClr val="000000"/>
              </a:buClr>
              <a:buFont typeface="Arial" panose="020B0604020202020204" pitchFamily="34" charset="0"/>
              <a:buChar char="•"/>
              <a:defRPr/>
            </a:pPr>
            <a:endParaRPr lang="fr-CM" b="1" dirty="0">
              <a:latin typeface="Montserrat" panose="00000500000000000000" pitchFamily="2" charset="0"/>
            </a:endParaRPr>
          </a:p>
          <a:p>
            <a:pPr marL="514350" indent="-285750">
              <a:spcBef>
                <a:spcPts val="360"/>
              </a:spcBef>
              <a:buClr>
                <a:srgbClr val="000000"/>
              </a:buClr>
              <a:buFont typeface="Arial" panose="020B0604020202020204" pitchFamily="34" charset="0"/>
              <a:buChar char="•"/>
              <a:defRPr/>
            </a:pPr>
            <a:endParaRPr lang="fr-CM" dirty="0"/>
          </a:p>
          <a:p>
            <a:pPr marL="514350" indent="-285750">
              <a:spcBef>
                <a:spcPts val="360"/>
              </a:spcBef>
              <a:buClr>
                <a:srgbClr val="000000"/>
              </a:buClr>
              <a:buFont typeface="Arial" panose="020B0604020202020204" pitchFamily="34" charset="0"/>
              <a:buChar char="•"/>
              <a:defRPr/>
            </a:pPr>
            <a:endParaRPr lang="fr-CM" dirty="0"/>
          </a:p>
          <a:p>
            <a:pPr marL="514350" indent="-285750">
              <a:spcBef>
                <a:spcPts val="360"/>
              </a:spcBef>
              <a:buClr>
                <a:srgbClr val="000000"/>
              </a:buClr>
              <a:buFont typeface="Arial" panose="020B0604020202020204" pitchFamily="34" charset="0"/>
              <a:buChar char="•"/>
              <a:defRPr/>
            </a:pPr>
            <a:endParaRPr lang="fr-CM" dirty="0"/>
          </a:p>
          <a:p>
            <a:pPr marL="514350" indent="-285750">
              <a:spcBef>
                <a:spcPts val="360"/>
              </a:spcBef>
              <a:buClr>
                <a:srgbClr val="000000"/>
              </a:buClr>
              <a:buFont typeface="Arial" panose="020B0604020202020204" pitchFamily="34" charset="0"/>
              <a:buChar char="•"/>
              <a:defRPr/>
            </a:pPr>
            <a:endParaRPr lang="fr-CM" b="1" dirty="0"/>
          </a:p>
          <a:p>
            <a:pPr marL="514350" indent="-285750">
              <a:spcBef>
                <a:spcPts val="360"/>
              </a:spcBef>
              <a:buClr>
                <a:srgbClr val="000000"/>
              </a:buClr>
              <a:buFont typeface="Arial" panose="020B0604020202020204" pitchFamily="34" charset="0"/>
              <a:buChar char="•"/>
              <a:defRPr/>
            </a:pPr>
            <a:endParaRPr lang="fr-CM" b="1" dirty="0">
              <a:latin typeface="Montserrat" panose="00000500000000000000" pitchFamily="2" charset="0"/>
            </a:endParaRPr>
          </a:p>
          <a:p>
            <a:pPr marL="514350" marR="0" lvl="0" indent="-285750" algn="l" defTabSz="914400" rtl="0" eaLnBrk="1" fontAlgn="auto" latinLnBrk="0" hangingPunct="1">
              <a:lnSpc>
                <a:spcPct val="115000"/>
              </a:lnSpc>
              <a:spcBef>
                <a:spcPts val="360"/>
              </a:spcBef>
              <a:spcAft>
                <a:spcPts val="0"/>
              </a:spcAft>
              <a:buClr>
                <a:srgbClr val="000000"/>
              </a:buClr>
              <a:buSzPts val="1800"/>
              <a:buFont typeface="Arial" panose="020B0604020202020204" pitchFamily="34" charset="0"/>
              <a:buChar char="•"/>
              <a:tabLst/>
              <a:defRPr/>
            </a:pPr>
            <a:endParaRPr kumimoji="0" lang="fr-CM" sz="1700" b="1" i="0" u="none" strike="noStrike" kern="0" cap="none" spc="0" normalizeH="0" baseline="0" noProof="0" dirty="0">
              <a:ln>
                <a:noFill/>
              </a:ln>
              <a:solidFill>
                <a:srgbClr val="000000"/>
              </a:solidFill>
              <a:effectLst/>
              <a:uLnTx/>
              <a:uFillTx/>
              <a:latin typeface="Montserrat Light"/>
              <a:sym typeface="Montserrat Light"/>
            </a:endParaRPr>
          </a:p>
          <a:p>
            <a:pPr marL="514350" marR="0" lvl="0" indent="-285750" algn="l" defTabSz="914400" rtl="0" eaLnBrk="1" fontAlgn="auto" latinLnBrk="0" hangingPunct="1">
              <a:lnSpc>
                <a:spcPct val="115000"/>
              </a:lnSpc>
              <a:spcBef>
                <a:spcPts val="360"/>
              </a:spcBef>
              <a:spcAft>
                <a:spcPts val="0"/>
              </a:spcAft>
              <a:buClr>
                <a:srgbClr val="000000"/>
              </a:buClr>
              <a:buSzPts val="1800"/>
              <a:buFont typeface="Arial" panose="020B0604020202020204" pitchFamily="34" charset="0"/>
              <a:buChar char="•"/>
              <a:tabLst/>
              <a:defRPr/>
            </a:pPr>
            <a:endParaRPr kumimoji="0" lang="fr-CM" sz="1700" b="1" i="0" u="none" strike="noStrike" kern="0" cap="none" spc="0" normalizeH="0" baseline="0" noProof="0" dirty="0">
              <a:ln>
                <a:noFill/>
              </a:ln>
              <a:solidFill>
                <a:srgbClr val="000000"/>
              </a:solidFill>
              <a:effectLst/>
              <a:uLnTx/>
              <a:uFillTx/>
              <a:latin typeface="Montserrat Light"/>
              <a:sym typeface="Montserrat Light"/>
            </a:endParaRPr>
          </a:p>
          <a:p>
            <a:pPr marL="514350" marR="0" lvl="0" indent="-285750" algn="l" defTabSz="914400" rtl="0" eaLnBrk="1" fontAlgn="auto" latinLnBrk="0" hangingPunct="1">
              <a:lnSpc>
                <a:spcPct val="115000"/>
              </a:lnSpc>
              <a:spcBef>
                <a:spcPts val="360"/>
              </a:spcBef>
              <a:spcAft>
                <a:spcPts val="0"/>
              </a:spcAft>
              <a:buClr>
                <a:srgbClr val="000000"/>
              </a:buClr>
              <a:buSzPts val="1800"/>
              <a:buFont typeface="Arial" panose="020B0604020202020204" pitchFamily="34" charset="0"/>
              <a:buChar char="•"/>
              <a:tabLst/>
              <a:defRPr/>
            </a:pPr>
            <a:endParaRPr kumimoji="0" lang="fr-CM" sz="1700" b="1" i="0" u="none" strike="noStrike" kern="0" cap="none" spc="0" normalizeH="0" baseline="0" noProof="0" dirty="0">
              <a:ln>
                <a:noFill/>
              </a:ln>
              <a:solidFill>
                <a:srgbClr val="000000"/>
              </a:solidFill>
              <a:effectLst/>
              <a:uLnTx/>
              <a:uFillTx/>
              <a:latin typeface="Montserrat Light"/>
              <a:sym typeface="Montserrat Light"/>
            </a:endParaRPr>
          </a:p>
          <a:p>
            <a:pPr>
              <a:buFontTx/>
              <a:buChar char="-"/>
            </a:pPr>
            <a:endParaRPr lang="fr-CM" b="1" dirty="0">
              <a:latin typeface="Montserrat" panose="00000500000000000000" pitchFamily="2" charset="0"/>
            </a:endParaRPr>
          </a:p>
        </p:txBody>
      </p:sp>
      <p:sp>
        <p:nvSpPr>
          <p:cNvPr id="4" name="ZoneTexte 3">
            <a:extLst>
              <a:ext uri="{FF2B5EF4-FFF2-40B4-BE49-F238E27FC236}">
                <a16:creationId xmlns:a16="http://schemas.microsoft.com/office/drawing/2014/main" id="{7CE3B762-BA0D-DD0A-EC09-3F81CCA54E25}"/>
              </a:ext>
            </a:extLst>
          </p:cNvPr>
          <p:cNvSpPr txBox="1"/>
          <p:nvPr/>
        </p:nvSpPr>
        <p:spPr>
          <a:xfrm>
            <a:off x="612322" y="4597622"/>
            <a:ext cx="261257" cy="707886"/>
          </a:xfrm>
          <a:prstGeom prst="rect">
            <a:avLst/>
          </a:prstGeom>
          <a:noFill/>
        </p:spPr>
        <p:txBody>
          <a:bodyPr wrap="square">
            <a:spAutoFit/>
          </a:bodyPr>
          <a:lstStyle/>
          <a:p>
            <a:r>
              <a:rPr lang="fr-CM" sz="2000" b="1" dirty="0">
                <a:latin typeface="Aharoni" panose="020F0502020204030204" pitchFamily="2" charset="-79"/>
                <a:cs typeface="Aharoni" panose="020F0502020204030204" pitchFamily="2" charset="-79"/>
              </a:rPr>
              <a:t>6</a:t>
            </a:r>
          </a:p>
          <a:p>
            <a:endParaRPr lang="fr-CM" sz="2000" b="1" dirty="0">
              <a:latin typeface="Aharoni" panose="020F0502020204030204" pitchFamily="2" charset="-79"/>
              <a:cs typeface="Aharoni" panose="020F0502020204030204" pitchFamily="2" charset="-79"/>
            </a:endParaRPr>
          </a:p>
        </p:txBody>
      </p:sp>
    </p:spTree>
    <p:extLst>
      <p:ext uri="{BB962C8B-B14F-4D97-AF65-F5344CB8AC3E}">
        <p14:creationId xmlns:p14="http://schemas.microsoft.com/office/powerpoint/2010/main" val="42846101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6">
          <a:extLst>
            <a:ext uri="{FF2B5EF4-FFF2-40B4-BE49-F238E27FC236}">
              <a16:creationId xmlns:a16="http://schemas.microsoft.com/office/drawing/2014/main" id="{7386E986-1ADE-CB08-82E5-9334B2A9E103}"/>
            </a:ext>
          </a:extLst>
        </p:cNvPr>
        <p:cNvGrpSpPr/>
        <p:nvPr/>
      </p:nvGrpSpPr>
      <p:grpSpPr>
        <a:xfrm>
          <a:off x="0" y="0"/>
          <a:ext cx="0" cy="0"/>
          <a:chOff x="0" y="0"/>
          <a:chExt cx="0" cy="0"/>
        </a:xfrm>
      </p:grpSpPr>
      <p:sp>
        <p:nvSpPr>
          <p:cNvPr id="227" name="Google Shape;227;p38">
            <a:extLst>
              <a:ext uri="{FF2B5EF4-FFF2-40B4-BE49-F238E27FC236}">
                <a16:creationId xmlns:a16="http://schemas.microsoft.com/office/drawing/2014/main" id="{29385FAF-BA05-27AC-1E08-0CB2247C2B6B}"/>
              </a:ext>
            </a:extLst>
          </p:cNvPr>
          <p:cNvSpPr/>
          <p:nvPr/>
        </p:nvSpPr>
        <p:spPr>
          <a:xfrm>
            <a:off x="1350" y="2145300"/>
            <a:ext cx="9141300" cy="24669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28" name="Google Shape;228;p38">
            <a:extLst>
              <a:ext uri="{FF2B5EF4-FFF2-40B4-BE49-F238E27FC236}">
                <a16:creationId xmlns:a16="http://schemas.microsoft.com/office/drawing/2014/main" id="{F0F2850D-416C-9038-8B91-3BD6239A6DDD}"/>
              </a:ext>
            </a:extLst>
          </p:cNvPr>
          <p:cNvPicPr preferRelativeResize="0"/>
          <p:nvPr/>
        </p:nvPicPr>
        <p:blipFill>
          <a:blip r:embed="rId3">
            <a:alphaModFix/>
          </a:blip>
          <a:stretch>
            <a:fillRect/>
          </a:stretch>
        </p:blipFill>
        <p:spPr>
          <a:xfrm>
            <a:off x="3484075" y="2150"/>
            <a:ext cx="5659925" cy="2114550"/>
          </a:xfrm>
          <a:prstGeom prst="rect">
            <a:avLst/>
          </a:prstGeom>
          <a:noFill/>
          <a:ln>
            <a:noFill/>
          </a:ln>
        </p:spPr>
      </p:pic>
      <p:sp>
        <p:nvSpPr>
          <p:cNvPr id="229" name="Google Shape;229;p38">
            <a:extLst>
              <a:ext uri="{FF2B5EF4-FFF2-40B4-BE49-F238E27FC236}">
                <a16:creationId xmlns:a16="http://schemas.microsoft.com/office/drawing/2014/main" id="{32925A70-4A56-9FC5-7F84-BD587D9FF427}"/>
              </a:ext>
            </a:extLst>
          </p:cNvPr>
          <p:cNvSpPr/>
          <p:nvPr/>
        </p:nvSpPr>
        <p:spPr>
          <a:xfrm>
            <a:off x="1350" y="0"/>
            <a:ext cx="3482700" cy="2114400"/>
          </a:xfrm>
          <a:prstGeom prst="rect">
            <a:avLst/>
          </a:prstGeom>
          <a:solidFill>
            <a:srgbClr val="09B0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38">
            <a:extLst>
              <a:ext uri="{FF2B5EF4-FFF2-40B4-BE49-F238E27FC236}">
                <a16:creationId xmlns:a16="http://schemas.microsoft.com/office/drawing/2014/main" id="{3D9D39D2-FF67-7009-03A2-B675022B58A2}"/>
              </a:ext>
            </a:extLst>
          </p:cNvPr>
          <p:cNvSpPr txBox="1"/>
          <p:nvPr/>
        </p:nvSpPr>
        <p:spPr>
          <a:xfrm>
            <a:off x="1040500" y="4715250"/>
            <a:ext cx="4886100" cy="323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endParaRPr sz="900">
              <a:solidFill>
                <a:srgbClr val="646363"/>
              </a:solidFill>
              <a:latin typeface="Montserrat"/>
              <a:ea typeface="Montserrat"/>
              <a:cs typeface="Montserrat"/>
              <a:sym typeface="Montserrat"/>
            </a:endParaRPr>
          </a:p>
        </p:txBody>
      </p:sp>
      <p:pic>
        <p:nvPicPr>
          <p:cNvPr id="232" name="Google Shape;232;p38">
            <a:extLst>
              <a:ext uri="{FF2B5EF4-FFF2-40B4-BE49-F238E27FC236}">
                <a16:creationId xmlns:a16="http://schemas.microsoft.com/office/drawing/2014/main" id="{6835C172-CF37-24B8-9C3B-314FE892F071}"/>
              </a:ext>
            </a:extLst>
          </p:cNvPr>
          <p:cNvPicPr preferRelativeResize="0"/>
          <p:nvPr/>
        </p:nvPicPr>
        <p:blipFill>
          <a:blip r:embed="rId4">
            <a:alphaModFix/>
          </a:blip>
          <a:stretch>
            <a:fillRect/>
          </a:stretch>
        </p:blipFill>
        <p:spPr>
          <a:xfrm>
            <a:off x="8035050" y="4614500"/>
            <a:ext cx="696375" cy="447700"/>
          </a:xfrm>
          <a:prstGeom prst="rect">
            <a:avLst/>
          </a:prstGeom>
          <a:noFill/>
          <a:ln>
            <a:noFill/>
          </a:ln>
        </p:spPr>
      </p:pic>
      <p:sp>
        <p:nvSpPr>
          <p:cNvPr id="234" name="Google Shape;234;p38">
            <a:extLst>
              <a:ext uri="{FF2B5EF4-FFF2-40B4-BE49-F238E27FC236}">
                <a16:creationId xmlns:a16="http://schemas.microsoft.com/office/drawing/2014/main" id="{F16F5A86-D019-C53A-FC37-3A7EA3BC0521}"/>
              </a:ext>
            </a:extLst>
          </p:cNvPr>
          <p:cNvSpPr txBox="1"/>
          <p:nvPr/>
        </p:nvSpPr>
        <p:spPr>
          <a:xfrm>
            <a:off x="355602" y="814495"/>
            <a:ext cx="3119007" cy="1097706"/>
          </a:xfrm>
          <a:prstGeom prst="rect">
            <a:avLst/>
          </a:prstGeom>
          <a:noFill/>
          <a:ln>
            <a:noFill/>
          </a:ln>
        </p:spPr>
        <p:txBody>
          <a:bodyPr spcFirstLastPara="1" wrap="square" lIns="91425" tIns="91425" rIns="91425" bIns="91425" anchor="t" anchorCtr="0">
            <a:spAutoFit/>
          </a:bodyPr>
          <a:lstStyle/>
          <a:p>
            <a:pPr marL="0" lvl="0" indent="0" algn="ctr" rtl="0">
              <a:lnSpc>
                <a:spcPct val="100000"/>
              </a:lnSpc>
              <a:spcBef>
                <a:spcPts val="0"/>
              </a:spcBef>
              <a:spcAft>
                <a:spcPts val="400"/>
              </a:spcAft>
              <a:buNone/>
            </a:pPr>
            <a:r>
              <a:rPr lang="fr" sz="2800" b="1" dirty="0">
                <a:solidFill>
                  <a:schemeClr val="lt1"/>
                </a:solidFill>
                <a:latin typeface="Montserrat"/>
                <a:ea typeface="Montserrat"/>
                <a:cs typeface="Montserrat"/>
                <a:sym typeface="Montserrat"/>
              </a:rPr>
              <a:t>TACHES A VENIR </a:t>
            </a:r>
            <a:endParaRPr sz="2800" b="1" dirty="0">
              <a:solidFill>
                <a:schemeClr val="lt1"/>
              </a:solidFill>
              <a:latin typeface="Montserrat"/>
              <a:ea typeface="Montserrat"/>
              <a:cs typeface="Montserrat"/>
              <a:sym typeface="Montserrat"/>
            </a:endParaRPr>
          </a:p>
        </p:txBody>
      </p:sp>
      <p:sp>
        <p:nvSpPr>
          <p:cNvPr id="2" name="ZoneTexte 1">
            <a:extLst>
              <a:ext uri="{FF2B5EF4-FFF2-40B4-BE49-F238E27FC236}">
                <a16:creationId xmlns:a16="http://schemas.microsoft.com/office/drawing/2014/main" id="{C43E3EB4-E970-6683-4E57-CE91E6270272}"/>
              </a:ext>
            </a:extLst>
          </p:cNvPr>
          <p:cNvSpPr txBox="1"/>
          <p:nvPr/>
        </p:nvSpPr>
        <p:spPr>
          <a:xfrm>
            <a:off x="612322" y="4597622"/>
            <a:ext cx="261257" cy="707886"/>
          </a:xfrm>
          <a:prstGeom prst="rect">
            <a:avLst/>
          </a:prstGeom>
          <a:noFill/>
        </p:spPr>
        <p:txBody>
          <a:bodyPr wrap="square">
            <a:spAutoFit/>
          </a:bodyPr>
          <a:lstStyle/>
          <a:p>
            <a:r>
              <a:rPr lang="fr-CM" sz="2000" b="1" dirty="0">
                <a:latin typeface="Aharoni" panose="020F0502020204030204" pitchFamily="2" charset="-79"/>
                <a:cs typeface="Aharoni" panose="020F0502020204030204" pitchFamily="2" charset="-79"/>
              </a:rPr>
              <a:t>9</a:t>
            </a:r>
          </a:p>
          <a:p>
            <a:endParaRPr lang="fr-CM" sz="2000" b="1" dirty="0">
              <a:latin typeface="Aharoni" panose="020F0502020204030204" pitchFamily="2" charset="-79"/>
              <a:cs typeface="Aharoni" panose="020F0502020204030204" pitchFamily="2" charset="-79"/>
            </a:endParaRPr>
          </a:p>
        </p:txBody>
      </p:sp>
      <p:sp>
        <p:nvSpPr>
          <p:cNvPr id="3" name="Google Shape;233;p38">
            <a:extLst>
              <a:ext uri="{FF2B5EF4-FFF2-40B4-BE49-F238E27FC236}">
                <a16:creationId xmlns:a16="http://schemas.microsoft.com/office/drawing/2014/main" id="{9E31EB38-CA41-193D-2523-89064262F60B}"/>
              </a:ext>
            </a:extLst>
          </p:cNvPr>
          <p:cNvSpPr txBox="1"/>
          <p:nvPr/>
        </p:nvSpPr>
        <p:spPr>
          <a:xfrm>
            <a:off x="714955" y="2441597"/>
            <a:ext cx="4056857" cy="1672222"/>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400"/>
              </a:spcAft>
              <a:buNone/>
            </a:pPr>
            <a:r>
              <a:rPr lang="fr" sz="1600" dirty="0">
                <a:solidFill>
                  <a:srgbClr val="636366"/>
                </a:solidFill>
                <a:latin typeface="Montserrat"/>
                <a:ea typeface="Montserrat"/>
                <a:cs typeface="Montserrat"/>
                <a:sym typeface="Montserrat"/>
              </a:rPr>
              <a:t>Rédiger le rapport technique</a:t>
            </a:r>
          </a:p>
          <a:p>
            <a:pPr marL="0" lvl="0" indent="0" algn="l" rtl="0">
              <a:lnSpc>
                <a:spcPct val="100000"/>
              </a:lnSpc>
              <a:spcBef>
                <a:spcPts val="0"/>
              </a:spcBef>
              <a:spcAft>
                <a:spcPts val="400"/>
              </a:spcAft>
              <a:buNone/>
            </a:pPr>
            <a:endParaRPr lang="fr" sz="1600" dirty="0">
              <a:solidFill>
                <a:srgbClr val="636366"/>
              </a:solidFill>
              <a:latin typeface="Montserrat"/>
              <a:ea typeface="Montserrat"/>
              <a:cs typeface="Montserrat"/>
              <a:sym typeface="Montserrat"/>
            </a:endParaRPr>
          </a:p>
          <a:p>
            <a:pPr marL="0" lvl="0" indent="0" algn="l" rtl="0">
              <a:lnSpc>
                <a:spcPct val="100000"/>
              </a:lnSpc>
              <a:spcBef>
                <a:spcPts val="0"/>
              </a:spcBef>
              <a:spcAft>
                <a:spcPts val="400"/>
              </a:spcAft>
              <a:buNone/>
            </a:pPr>
            <a:r>
              <a:rPr lang="fr" sz="1600" dirty="0">
                <a:solidFill>
                  <a:srgbClr val="636366"/>
                </a:solidFill>
                <a:latin typeface="Montserrat"/>
                <a:ea typeface="Montserrat"/>
                <a:cs typeface="Montserrat"/>
                <a:sym typeface="Montserrat"/>
              </a:rPr>
              <a:t>Rédiger le rapport de stage </a:t>
            </a:r>
          </a:p>
          <a:p>
            <a:pPr marL="0" lvl="0" indent="0" algn="l" rtl="0">
              <a:lnSpc>
                <a:spcPct val="100000"/>
              </a:lnSpc>
              <a:spcBef>
                <a:spcPts val="0"/>
              </a:spcBef>
              <a:spcAft>
                <a:spcPts val="400"/>
              </a:spcAft>
              <a:buNone/>
            </a:pPr>
            <a:endParaRPr lang="fr" sz="1600" dirty="0">
              <a:solidFill>
                <a:srgbClr val="636366"/>
              </a:solidFill>
              <a:latin typeface="Montserrat"/>
              <a:ea typeface="Montserrat"/>
              <a:cs typeface="Montserrat"/>
              <a:sym typeface="Montserrat"/>
            </a:endParaRPr>
          </a:p>
          <a:p>
            <a:pPr marL="0" lvl="0" indent="0" algn="l" rtl="0">
              <a:lnSpc>
                <a:spcPct val="100000"/>
              </a:lnSpc>
              <a:spcBef>
                <a:spcPts val="0"/>
              </a:spcBef>
              <a:spcAft>
                <a:spcPts val="400"/>
              </a:spcAft>
              <a:buNone/>
            </a:pPr>
            <a:endParaRPr sz="1600" dirty="0">
              <a:solidFill>
                <a:srgbClr val="636366"/>
              </a:solidFill>
              <a:latin typeface="Montserrat"/>
              <a:ea typeface="Montserrat"/>
              <a:cs typeface="Montserrat"/>
              <a:sym typeface="Montserrat"/>
            </a:endParaRPr>
          </a:p>
        </p:txBody>
      </p:sp>
      <p:sp>
        <p:nvSpPr>
          <p:cNvPr id="8" name="Google Shape;233;p38">
            <a:extLst>
              <a:ext uri="{FF2B5EF4-FFF2-40B4-BE49-F238E27FC236}">
                <a16:creationId xmlns:a16="http://schemas.microsoft.com/office/drawing/2014/main" id="{4079FAE5-0739-A861-1AA2-CFC5D2C980D6}"/>
              </a:ext>
            </a:extLst>
          </p:cNvPr>
          <p:cNvSpPr txBox="1"/>
          <p:nvPr/>
        </p:nvSpPr>
        <p:spPr>
          <a:xfrm>
            <a:off x="4887309" y="2441597"/>
            <a:ext cx="4056857" cy="1672222"/>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400"/>
              </a:spcAft>
              <a:buNone/>
            </a:pPr>
            <a:r>
              <a:rPr lang="fr" sz="1600" dirty="0">
                <a:solidFill>
                  <a:srgbClr val="636366"/>
                </a:solidFill>
                <a:latin typeface="Montserrat"/>
                <a:ea typeface="Montserrat"/>
                <a:cs typeface="Montserrat"/>
                <a:sym typeface="Montserrat"/>
              </a:rPr>
              <a:t>Préparer la soutenance de fin</a:t>
            </a:r>
          </a:p>
          <a:p>
            <a:pPr marL="0" lvl="0" indent="0" algn="l" rtl="0">
              <a:lnSpc>
                <a:spcPct val="100000"/>
              </a:lnSpc>
              <a:spcBef>
                <a:spcPts val="0"/>
              </a:spcBef>
              <a:spcAft>
                <a:spcPts val="400"/>
              </a:spcAft>
              <a:buNone/>
            </a:pPr>
            <a:endParaRPr lang="fr" sz="1600" dirty="0">
              <a:solidFill>
                <a:srgbClr val="636366"/>
              </a:solidFill>
              <a:latin typeface="Montserrat"/>
              <a:ea typeface="Montserrat"/>
              <a:cs typeface="Montserrat"/>
              <a:sym typeface="Montserrat"/>
            </a:endParaRPr>
          </a:p>
          <a:p>
            <a:pPr marL="0" lvl="0" indent="0" algn="l" rtl="0">
              <a:lnSpc>
                <a:spcPct val="100000"/>
              </a:lnSpc>
              <a:spcBef>
                <a:spcPts val="0"/>
              </a:spcBef>
              <a:spcAft>
                <a:spcPts val="400"/>
              </a:spcAft>
              <a:buNone/>
            </a:pPr>
            <a:r>
              <a:rPr lang="fr" sz="1600" dirty="0">
                <a:solidFill>
                  <a:srgbClr val="636366"/>
                </a:solidFill>
                <a:latin typeface="Montserrat"/>
                <a:ea typeface="Montserrat"/>
                <a:cs typeface="Montserrat"/>
                <a:sym typeface="Montserrat"/>
              </a:rPr>
              <a:t>Optimisation mémoire </a:t>
            </a:r>
          </a:p>
          <a:p>
            <a:pPr marL="0" lvl="0" indent="0" algn="l" rtl="0">
              <a:lnSpc>
                <a:spcPct val="100000"/>
              </a:lnSpc>
              <a:spcBef>
                <a:spcPts val="0"/>
              </a:spcBef>
              <a:spcAft>
                <a:spcPts val="400"/>
              </a:spcAft>
              <a:buNone/>
            </a:pPr>
            <a:endParaRPr lang="fr" sz="1600" dirty="0">
              <a:solidFill>
                <a:srgbClr val="636366"/>
              </a:solidFill>
              <a:latin typeface="Montserrat"/>
              <a:ea typeface="Montserrat"/>
              <a:cs typeface="Montserrat"/>
              <a:sym typeface="Montserrat"/>
            </a:endParaRPr>
          </a:p>
          <a:p>
            <a:pPr marL="0" lvl="0" indent="0" algn="l" rtl="0">
              <a:lnSpc>
                <a:spcPct val="100000"/>
              </a:lnSpc>
              <a:spcBef>
                <a:spcPts val="0"/>
              </a:spcBef>
              <a:spcAft>
                <a:spcPts val="400"/>
              </a:spcAft>
              <a:buNone/>
            </a:pPr>
            <a:endParaRPr lang="fr-CM" sz="1600" dirty="0">
              <a:solidFill>
                <a:srgbClr val="636366"/>
              </a:solidFill>
              <a:latin typeface="Montserrat"/>
              <a:ea typeface="Montserrat"/>
              <a:cs typeface="Montserrat"/>
              <a:sym typeface="Montserrat"/>
            </a:endParaRPr>
          </a:p>
        </p:txBody>
      </p:sp>
    </p:spTree>
    <p:extLst>
      <p:ext uri="{BB962C8B-B14F-4D97-AF65-F5344CB8AC3E}">
        <p14:creationId xmlns:p14="http://schemas.microsoft.com/office/powerpoint/2010/main" val="7849530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pic>
        <p:nvPicPr>
          <p:cNvPr id="297" name="Google Shape;297;p43" descr="Une image contenant bâtiment, plein air, ciel, architecture&#10;&#10;Le contenu généré par l’IA peut être incorrect."/>
          <p:cNvPicPr preferRelativeResize="0">
            <a:picLocks noGrp="1"/>
          </p:cNvPicPr>
          <p:nvPr>
            <p:ph type="pic" idx="2"/>
          </p:nvPr>
        </p:nvPicPr>
        <p:blipFill rotWithShape="1">
          <a:blip r:embed="rId3"/>
          <a:srcRect/>
          <a:stretch>
            <a:fillRect/>
          </a:stretch>
        </p:blipFill>
        <p:spPr>
          <a:xfrm>
            <a:off x="20" y="10"/>
            <a:ext cx="9143980" cy="514349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22466</TotalTime>
  <Words>550</Words>
  <Application>Microsoft Office PowerPoint</Application>
  <PresentationFormat>Affichage à l'écran (16:9)</PresentationFormat>
  <Paragraphs>103</Paragraphs>
  <Slides>12</Slides>
  <Notes>6</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12</vt:i4>
      </vt:variant>
    </vt:vector>
  </HeadingPairs>
  <TitlesOfParts>
    <vt:vector size="18" baseType="lpstr">
      <vt:lpstr>Aharoni</vt:lpstr>
      <vt:lpstr>Montserrat</vt:lpstr>
      <vt:lpstr>Montserrat Light</vt:lpstr>
      <vt:lpstr>Arial</vt:lpstr>
      <vt:lpstr>Montserrat SemiBold</vt:lpstr>
      <vt:lpstr>Simple Light</vt:lpstr>
      <vt:lpstr>Présentation PowerPoint</vt:lpstr>
      <vt:lpstr>Présentation PowerPoint</vt:lpstr>
      <vt:lpstr>Présentation PowerPoint</vt:lpstr>
      <vt:lpstr>BILAN DES TACHES A FAIRE</vt:lpstr>
      <vt:lpstr>BILAN DES TACHES A FAIRE</vt:lpstr>
      <vt:lpstr>DEADLINES </vt:lpstr>
      <vt:lpstr>Présentation PowerPoint</vt:lpstr>
      <vt:lpstr>TRAVAUX REALISES</vt:lpstr>
      <vt:lpstr>TRAVAUX REALISES</vt:lpstr>
      <vt:lpstr>TRAVAUX REALISES</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Rosilia Cabrelle</cp:lastModifiedBy>
  <cp:revision>19</cp:revision>
  <dcterms:modified xsi:type="dcterms:W3CDTF">2025-12-12T09:32:36Z</dcterms:modified>
</cp:coreProperties>
</file>